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3"/>
  </p:notesMasterIdLst>
  <p:handoutMasterIdLst>
    <p:handoutMasterId r:id="rId54"/>
  </p:handoutMasterIdLst>
  <p:sldIdLst>
    <p:sldId id="256" r:id="rId5"/>
    <p:sldId id="285" r:id="rId6"/>
    <p:sldId id="257" r:id="rId7"/>
    <p:sldId id="286" r:id="rId8"/>
    <p:sldId id="287" r:id="rId9"/>
    <p:sldId id="288" r:id="rId10"/>
    <p:sldId id="258" r:id="rId11"/>
    <p:sldId id="292" r:id="rId12"/>
    <p:sldId id="290" r:id="rId13"/>
    <p:sldId id="291" r:id="rId14"/>
    <p:sldId id="294" r:id="rId15"/>
    <p:sldId id="289" r:id="rId16"/>
    <p:sldId id="293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259" r:id="rId25"/>
    <p:sldId id="302" r:id="rId26"/>
    <p:sldId id="260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  <p:sldId id="273" r:id="rId40"/>
    <p:sldId id="274" r:id="rId41"/>
    <p:sldId id="275" r:id="rId42"/>
    <p:sldId id="276" r:id="rId43"/>
    <p:sldId id="277" r:id="rId44"/>
    <p:sldId id="278" r:id="rId45"/>
    <p:sldId id="279" r:id="rId46"/>
    <p:sldId id="280" r:id="rId47"/>
    <p:sldId id="281" r:id="rId48"/>
    <p:sldId id="282" r:id="rId49"/>
    <p:sldId id="283" r:id="rId50"/>
    <p:sldId id="284" r:id="rId51"/>
    <p:sldId id="303" r:id="rId52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12.06.2026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12.06.2026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12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14791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82A-0BF7-7106-26FE-C2E105B2B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2EAF05F0-922E-D656-B278-A32142B19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0F58FC38-1704-40AD-437D-1BB8B108F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4DB34094-A0E0-C332-3015-74C43A7AB4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13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9304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EFCDE-5418-892B-CFDE-530A1D49F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1464BB05-96F1-FA3D-0FB9-103C2DE50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4B60B0B5-4CBE-8D49-08F2-4ED6F37D2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9BB4E0C2-E67B-650E-B04C-A2418FBB5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14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4089142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15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686A3-5661-4255-96C6-767CB479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1A9AE39-EECD-6DCA-41E2-6E807B1A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8058173B-125B-B7E9-F2DA-F459538F6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5A42E67D-2BF7-C0EB-5892-CAB5703EB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166721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CACDF-7F7C-442E-9DFB-E489066CA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E4260F9B-C754-D99B-6E83-A99835A78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753999A0-7659-6688-8B72-C46F3F2B4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FF6169D-CB3B-92FB-9755-75614CA10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17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805614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9C26-AA1A-832F-B612-31260BFFD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33D1165B-62A5-F41D-09F1-30A6D823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C055D6-B6FC-537C-482A-931AC3A1A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715DF975-3125-514B-E1F4-9E7865E9A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18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2027926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930-8D63-A32D-FEA4-0D697A486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6DA483C0-3C64-0998-EAD7-D6B77EF7B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DB54CD5-C04F-EF34-DAFB-BACC1D661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10011610-96E2-6E6B-8EFA-AD7E8B490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19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8407451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FDC1-56B2-7CD6-6C22-6E01089C1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9ACBD00D-7969-1BD4-25CA-84EC46455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64B99A90-7B38-2E3E-3288-674A1F45E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B287A409-360C-E73A-1634-8EADC7722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20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3061376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to ar līmeņiem,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BA3C7-64C9-647A-EF47-943B9665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48052BA-E1F8-94BA-97A8-9CD429EA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E61618-EA4A-FF6C-27AD-1ECFFFC211A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to ar līmeņiem,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796520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to ar līmeņiem,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A9AD-875B-2C72-C9CA-6983376D5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7865F23-801E-6224-94F9-69C177BF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Valoda – C#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8374152-7162-B6ED-3B3B-C32AB7F9B13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78060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1D43-FA01-290D-AE75-FF6BA9D3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3854FB-88EE-9440-F410-8105886AE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Dzinējs – </a:t>
            </a:r>
            <a:r>
              <a:rPr lang="lv-LV" dirty="0" err="1"/>
              <a:t>Godot</a:t>
            </a:r>
            <a:endParaRPr lang="lv-LV" dirty="0"/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43357C4-094F-4C1B-D25A-5AC67D4B162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875648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 - </a:t>
            </a:r>
            <a:r>
              <a:rPr lang="lv-LV" dirty="0" err="1"/>
              <a:t>Git</a:t>
            </a:r>
            <a:endParaRPr lang="lv-LV" dirty="0"/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0429-F4CB-B5A5-9D3B-33D12963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91C2858-0435-6EC8-C5FB-05D21543A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Valoda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BC3671D-F405-E095-6ECA-E48BF390BDA8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03450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5C26-7430-9D26-0A88-FF80433B9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AA58E02-7FA8-8DAF-3652-CC3050FA3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Iespējamās alternatīvas – Dzinis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6B387112-8973-EA2C-5F0C-312B9287E9C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283805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C5015-98F5-E171-D2E9-4EBDB4166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86E013B-BC69-B36F-6E73-BF2EE780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Iespējamās alternatīvas – </a:t>
            </a:r>
            <a:r>
              <a:rPr lang="lv-LV" dirty="0" err="1"/>
              <a:t>Git</a:t>
            </a:r>
            <a:r>
              <a:rPr lang="lv-LV" dirty="0"/>
              <a:t> </a:t>
            </a:r>
            <a:r>
              <a:rPr lang="lv-LV" dirty="0" err="1"/>
              <a:t>repo</a:t>
            </a:r>
            <a:r>
              <a:rPr lang="lv-LV" dirty="0"/>
              <a:t>. mitināšana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9D3BD606-B17A-50EA-80CF-A90A7B4D549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985345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4BED6-2B4F-7709-3E41-50492B629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9B38919-F405-7667-6991-CE3458FC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04F7BCD-6ED8-6589-4569-655978CC3F0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492569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95C8-B063-7BB3-19C2-E6635F0E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C44E34C-5C6D-B394-F7F4-862531CB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FF01FF8-BAFE-30EB-2C1A-B770236224B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3598702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A5CFD-6602-678D-67AC-97B4BC15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A2C4A8E-EDAF-043E-4E4F-2E50C169B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3DFA2E0-5EEE-50B7-A8FA-FE067EA8D4F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27756888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9C4C-F100-1901-7490-07E64FEC4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3976F73-AC8D-F394-0807-322E24A9C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Ierīces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4AA22E2D-7C64-D0FF-EE86-4396360C759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930890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09135-1AD9-7FC6-20F9-9E899A61C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B0BCAAA-9DF4-E664-DECF-284788982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574" y="365125"/>
            <a:ext cx="4002656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Lādiņi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BD67D1B-3B90-5730-77F8-335AE654B9E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656115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774AF-5D1D-E498-2A18-FECD350B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B6E7469-6DC6-B4D6-2081-4B2190F9C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0D3D0DE5-AEE1-422D-7607-653DDF084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9E65E292-F36E-5613-DC98-20013B98DFE5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2847124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710</TotalTime>
  <Words>984</Words>
  <Application>Microsoft Office PowerPoint</Application>
  <PresentationFormat>Platekrāna</PresentationFormat>
  <Paragraphs>207</Paragraphs>
  <Slides>48</Slides>
  <Notes>10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48</vt:i4>
      </vt:variant>
    </vt:vector>
  </HeadingPairs>
  <TitlesOfParts>
    <vt:vector size="52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Prasības</vt:lpstr>
      <vt:lpstr>Lietotāja rakstura iezīmes</vt:lpstr>
      <vt:lpstr>Izstrādes soļi</vt:lpstr>
      <vt:lpstr>Izstrādes rīki un valodas</vt:lpstr>
      <vt:lpstr>Valoda – C#</vt:lpstr>
      <vt:lpstr>Dzinējs – Godot</vt:lpstr>
      <vt:lpstr>Versiju kontrole - Git</vt:lpstr>
      <vt:lpstr>Iespējamās alternatīvas – Valoda</vt:lpstr>
      <vt:lpstr>Iespējamās alternatīvas – Dzinis</vt:lpstr>
      <vt:lpstr>Iespējamās alternatīvas – Git repo. mitināšana</vt:lpstr>
      <vt:lpstr>Modeļi – Sistēmas pārvaldnieks</vt:lpstr>
      <vt:lpstr>Modeļi – Ainas</vt:lpstr>
      <vt:lpstr>Modeļi – Karte</vt:lpstr>
      <vt:lpstr>Modeļi – Kartes objekti</vt:lpstr>
      <vt:lpstr>Modeļi – Ierīces</vt:lpstr>
      <vt:lpstr>Modeļi – Lādiņi</vt:lpstr>
      <vt:lpstr>Kodu priekšskatījumi</vt:lpstr>
      <vt:lpstr>Ainas priekšskatījumi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Secinājumi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93</cp:revision>
  <dcterms:created xsi:type="dcterms:W3CDTF">2026-06-09T16:32:45Z</dcterms:created>
  <dcterms:modified xsi:type="dcterms:W3CDTF">2026-06-12T16:05:09Z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