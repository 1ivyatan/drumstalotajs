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4"/>
  </p:notesMasterIdLst>
  <p:handoutMasterIdLst>
    <p:handoutMasterId r:id="rId65"/>
  </p:handoutMasterIdLst>
  <p:sldIdLst>
    <p:sldId id="256" r:id="rId5"/>
    <p:sldId id="285" r:id="rId6"/>
    <p:sldId id="257" r:id="rId7"/>
    <p:sldId id="286" r:id="rId8"/>
    <p:sldId id="287" r:id="rId9"/>
    <p:sldId id="288" r:id="rId10"/>
    <p:sldId id="258" r:id="rId11"/>
    <p:sldId id="292" r:id="rId12"/>
    <p:sldId id="290" r:id="rId13"/>
    <p:sldId id="291" r:id="rId14"/>
    <p:sldId id="294" r:id="rId15"/>
    <p:sldId id="289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259" r:id="rId25"/>
    <p:sldId id="310" r:id="rId26"/>
    <p:sldId id="305" r:id="rId27"/>
    <p:sldId id="308" r:id="rId28"/>
    <p:sldId id="309" r:id="rId29"/>
    <p:sldId id="306" r:id="rId30"/>
    <p:sldId id="307" r:id="rId31"/>
    <p:sldId id="311" r:id="rId32"/>
    <p:sldId id="314" r:id="rId33"/>
    <p:sldId id="315" r:id="rId34"/>
    <p:sldId id="312" r:id="rId35"/>
    <p:sldId id="313" r:id="rId36"/>
    <p:sldId id="302" r:id="rId37"/>
    <p:sldId id="304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  <p:sldId id="269" r:id="rId47"/>
    <p:sldId id="270" r:id="rId48"/>
    <p:sldId id="271" r:id="rId49"/>
    <p:sldId id="272" r:id="rId50"/>
    <p:sldId id="273" r:id="rId51"/>
    <p:sldId id="274" r:id="rId52"/>
    <p:sldId id="275" r:id="rId53"/>
    <p:sldId id="276" r:id="rId54"/>
    <p:sldId id="277" r:id="rId55"/>
    <p:sldId id="278" r:id="rId56"/>
    <p:sldId id="279" r:id="rId57"/>
    <p:sldId id="280" r:id="rId58"/>
    <p:sldId id="281" r:id="rId59"/>
    <p:sldId id="282" r:id="rId60"/>
    <p:sldId id="283" r:id="rId61"/>
    <p:sldId id="284" r:id="rId62"/>
    <p:sldId id="303" r:id="rId63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commentAuthors" Target="comment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12.06.2026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12.06.2026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FCDE-5418-892B-CFDE-530A1D49F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1464BB05-96F1-FA3D-0FB9-103C2DE50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4B60B0B5-4CBE-8D49-08F2-4ED6F37D2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9BB4E0C2-E67B-650E-B04C-A2418FBB5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089142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to ar līmeņiem,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A9AD-875B-2C72-C9CA-6983376D5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7865F23-801E-6224-94F9-69C177BF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Valoda – C#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374152-7162-B6ED-3B3B-C32AB7F9B13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78060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1D43-FA01-290D-AE75-FF6BA9D3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3854FB-88EE-9440-F410-8105886A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Dzinējs – </a:t>
            </a:r>
            <a:r>
              <a:rPr lang="lv-LV" dirty="0" err="1"/>
              <a:t>Godot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43357C4-094F-4C1B-D25A-5AC67D4B162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875648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 - </a:t>
            </a:r>
            <a:r>
              <a:rPr lang="lv-LV" dirty="0" err="1"/>
              <a:t>Git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C5015-98F5-E171-D2E9-4EBDB416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86E013B-BC69-B36F-6E73-BF2EE780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Iespējamās alternatīvas – </a:t>
            </a:r>
            <a:r>
              <a:rPr lang="lv-LV" dirty="0" err="1"/>
              <a:t>Git</a:t>
            </a:r>
            <a:r>
              <a:rPr lang="lv-LV" dirty="0"/>
              <a:t> </a:t>
            </a:r>
            <a:r>
              <a:rPr lang="lv-LV" dirty="0" err="1"/>
              <a:t>repo</a:t>
            </a:r>
            <a:r>
              <a:rPr lang="lv-LV" dirty="0"/>
              <a:t>. mitināšana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3BD606-B17A-50EA-80CF-A90A7B4D549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985345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1028</TotalTime>
  <Words>1214</Words>
  <Application>Microsoft Office PowerPoint</Application>
  <PresentationFormat>Platekrāna</PresentationFormat>
  <Paragraphs>248</Paragraphs>
  <Slides>59</Slides>
  <Notes>10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59</vt:i4>
      </vt:variant>
    </vt:vector>
  </HeadingPairs>
  <TitlesOfParts>
    <vt:vector size="63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Prasības</vt:lpstr>
      <vt:lpstr>Lietotāja rakstura iezīmes</vt:lpstr>
      <vt:lpstr>Izstrādes soļi</vt:lpstr>
      <vt:lpstr>Izstrādes rīki un valodas</vt:lpstr>
      <vt:lpstr>Valoda – C#</vt:lpstr>
      <vt:lpstr>Dzinējs – Godot</vt:lpstr>
      <vt:lpstr>Versiju kontrole - Git</vt:lpstr>
      <vt:lpstr>Iespējamās alternatīvas – Valoda</vt:lpstr>
      <vt:lpstr>Iespējamās alternatīvas – Dzinis</vt:lpstr>
      <vt:lpstr>Iespējamās alternatīvas – Git repo. mitināšana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Secinājumi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150</cp:revision>
  <dcterms:created xsi:type="dcterms:W3CDTF">2026-06-09T16:32:45Z</dcterms:created>
  <dcterms:modified xsi:type="dcterms:W3CDTF">2026-06-12T21:22:51Z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