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297" r:id="rId20"/>
    <p:sldId id="298" r:id="rId21"/>
    <p:sldId id="299" r:id="rId22"/>
    <p:sldId id="300" r:id="rId23"/>
    <p:sldId id="301" r:id="rId24"/>
    <p:sldId id="259" r:id="rId25"/>
    <p:sldId id="310" r:id="rId26"/>
    <p:sldId id="305" r:id="rId27"/>
    <p:sldId id="308" r:id="rId28"/>
    <p:sldId id="309" r:id="rId29"/>
    <p:sldId id="319" r:id="rId30"/>
    <p:sldId id="320" r:id="rId31"/>
    <p:sldId id="306" r:id="rId32"/>
    <p:sldId id="307" r:id="rId33"/>
    <p:sldId id="311" r:id="rId34"/>
    <p:sldId id="314" r:id="rId35"/>
    <p:sldId id="315" r:id="rId36"/>
    <p:sldId id="312" r:id="rId37"/>
    <p:sldId id="313" r:id="rId38"/>
    <p:sldId id="303" r:id="rId39"/>
    <p:sldId id="302" r:id="rId40"/>
    <p:sldId id="304" r:id="rId41"/>
    <p:sldId id="261" r:id="rId42"/>
    <p:sldId id="262" r:id="rId43"/>
    <p:sldId id="263" r:id="rId44"/>
    <p:sldId id="264" r:id="rId45"/>
    <p:sldId id="265" r:id="rId46"/>
    <p:sldId id="266" r:id="rId47"/>
    <p:sldId id="267" r:id="rId48"/>
    <p:sldId id="268" r:id="rId49"/>
    <p:sldId id="269" r:id="rId50"/>
    <p:sldId id="270" r:id="rId51"/>
    <p:sldId id="271" r:id="rId52"/>
    <p:sldId id="272" r:id="rId53"/>
    <p:sldId id="273" r:id="rId54"/>
    <p:sldId id="274" r:id="rId55"/>
    <p:sldId id="275" r:id="rId56"/>
    <p:sldId id="276" r:id="rId57"/>
    <p:sldId id="277" r:id="rId58"/>
    <p:sldId id="278" r:id="rId59"/>
    <p:sldId id="279" r:id="rId60"/>
    <p:sldId id="280" r:id="rId61"/>
    <p:sldId id="281" r:id="rId62"/>
    <p:sldId id="282" r:id="rId63"/>
    <p:sldId id="283" r:id="rId64"/>
    <p:sldId id="284" r:id="rId65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1435</TotalTime>
  <Words>1282</Words>
  <Application>Microsoft Office PowerPoint</Application>
  <PresentationFormat>Platekrāna</PresentationFormat>
  <Paragraphs>284</Paragraphs>
  <Slides>61</Slides>
  <Notes>9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61</vt:i4>
      </vt:variant>
    </vt:vector>
  </HeadingPairs>
  <TitlesOfParts>
    <vt:vector size="65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Secinājumi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219</cp:revision>
  <dcterms:created xsi:type="dcterms:W3CDTF">2026-06-09T16:32:45Z</dcterms:created>
  <dcterms:modified xsi:type="dcterms:W3CDTF">2026-06-13T15:00:58Z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