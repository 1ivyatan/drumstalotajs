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7"/>
  </p:notesMasterIdLst>
  <p:handoutMasterIdLst>
    <p:handoutMasterId r:id="rId8"/>
  </p:handoutMasterIdLst>
  <p:sldIdLst>
    <p:sldId id="256" r:id="rId5"/>
    <p:sldId id="257" r:id="rId6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09.06.2026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09.06.2026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Datuma vietturis 4">
            <a:extLst>
              <a:ext uri="{FF2B5EF4-FFF2-40B4-BE49-F238E27FC236}">
                <a16:creationId xmlns:a16="http://schemas.microsoft.com/office/drawing/2014/main" id="{2FF674D8-A0B1-4D60-AB18-A733984F70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2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22" name="Kājenes vietturis 5">
            <a:extLst>
              <a:ext uri="{FF2B5EF4-FFF2-40B4-BE49-F238E27FC236}">
                <a16:creationId xmlns:a16="http://schemas.microsoft.com/office/drawing/2014/main" id="{7E0AFFFB-7406-40B3-B2D5-18288BEA5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4" name="Datuma vietturis 4">
            <a:extLst>
              <a:ext uri="{FF2B5EF4-FFF2-40B4-BE49-F238E27FC236}">
                <a16:creationId xmlns:a16="http://schemas.microsoft.com/office/drawing/2014/main" id="{8BC6F0B0-7E88-4658-BED0-B126DDE797A0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15" name="Kājenes vietturis 5">
            <a:extLst>
              <a:ext uri="{FF2B5EF4-FFF2-40B4-BE49-F238E27FC236}">
                <a16:creationId xmlns:a16="http://schemas.microsoft.com/office/drawing/2014/main" id="{1B454B68-B7BD-4197-BF00-63964D76348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16" name="Slaida numura vietturis 6">
            <a:extLst>
              <a:ext uri="{FF2B5EF4-FFF2-40B4-BE49-F238E27FC236}">
                <a16:creationId xmlns:a16="http://schemas.microsoft.com/office/drawing/2014/main" id="{BAA42605-D696-484D-B611-62CB3140EA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1" name="Datuma vietturis 4">
            <a:extLst>
              <a:ext uri="{FF2B5EF4-FFF2-40B4-BE49-F238E27FC236}">
                <a16:creationId xmlns:a16="http://schemas.microsoft.com/office/drawing/2014/main" id="{5413A312-123E-4C7A-864E-C120568D6037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024740" y="6356350"/>
            <a:ext cx="1556659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22" name="Kājenes vietturis 5">
            <a:extLst>
              <a:ext uri="{FF2B5EF4-FFF2-40B4-BE49-F238E27FC236}">
                <a16:creationId xmlns:a16="http://schemas.microsoft.com/office/drawing/2014/main" id="{F3306EE3-B07E-48BA-A4EE-EAFE9A458C3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8600" y="6356350"/>
            <a:ext cx="5268686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6A049DF0-5C6A-4542-841D-C03F6230482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764486" y="6356350"/>
            <a:ext cx="1589314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Datuma vietturis 4">
            <a:extLst>
              <a:ext uri="{FF2B5EF4-FFF2-40B4-BE49-F238E27FC236}">
                <a16:creationId xmlns:a16="http://schemas.microsoft.com/office/drawing/2014/main" id="{38ABA718-1AEF-413D-964E-FA9CA8EDD8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Kājenes vietturis 5">
            <a:extLst>
              <a:ext uri="{FF2B5EF4-FFF2-40B4-BE49-F238E27FC236}">
                <a16:creationId xmlns:a16="http://schemas.microsoft.com/office/drawing/2014/main" id="{BCCB3A69-6840-43C8-94EB-C3EF41DBC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16" name="Slaida numura vietturis 6">
            <a:extLst>
              <a:ext uri="{FF2B5EF4-FFF2-40B4-BE49-F238E27FC236}">
                <a16:creationId xmlns:a16="http://schemas.microsoft.com/office/drawing/2014/main" id="{B374594B-C272-477C-B1DB-A1E214CED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Datuma vietturis 4">
            <a:extLst>
              <a:ext uri="{FF2B5EF4-FFF2-40B4-BE49-F238E27FC236}">
                <a16:creationId xmlns:a16="http://schemas.microsoft.com/office/drawing/2014/main" id="{4F525B7F-8292-4AE6-B9B3-F6C0621F1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6" name="Kājenes vietturis 5">
            <a:extLst>
              <a:ext uri="{FF2B5EF4-FFF2-40B4-BE49-F238E27FC236}">
                <a16:creationId xmlns:a16="http://schemas.microsoft.com/office/drawing/2014/main" id="{E3E86D52-9DFB-4D69-BF39-2C163B394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7" name="Slaida numura vietturis 6">
            <a:extLst>
              <a:ext uri="{FF2B5EF4-FFF2-40B4-BE49-F238E27FC236}">
                <a16:creationId xmlns:a16="http://schemas.microsoft.com/office/drawing/2014/main" id="{A0B91A39-D816-4317-AA23-55510F9D3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Datuma vietturis 4">
            <a:extLst>
              <a:ext uri="{FF2B5EF4-FFF2-40B4-BE49-F238E27FC236}">
                <a16:creationId xmlns:a16="http://schemas.microsoft.com/office/drawing/2014/main" id="{E57E5351-59BE-4BC8-83D8-BABF23172D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9" name="Kājenes vietturis 5">
            <a:extLst>
              <a:ext uri="{FF2B5EF4-FFF2-40B4-BE49-F238E27FC236}">
                <a16:creationId xmlns:a16="http://schemas.microsoft.com/office/drawing/2014/main" id="{7F2C600D-D61A-47D7-88A2-66D269DCB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10" name="Slaida numura vietturis 6">
            <a:extLst>
              <a:ext uri="{FF2B5EF4-FFF2-40B4-BE49-F238E27FC236}">
                <a16:creationId xmlns:a16="http://schemas.microsoft.com/office/drawing/2014/main" id="{E257B2EA-F7F2-4B84-A989-76BF9D0F8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5" name="Datuma vietturis 4">
            <a:extLst>
              <a:ext uri="{FF2B5EF4-FFF2-40B4-BE49-F238E27FC236}">
                <a16:creationId xmlns:a16="http://schemas.microsoft.com/office/drawing/2014/main" id="{8B2D064B-EC57-4EA9-96ED-918E61BFD5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26" name="Kājenes vietturis 5">
            <a:extLst>
              <a:ext uri="{FF2B5EF4-FFF2-40B4-BE49-F238E27FC236}">
                <a16:creationId xmlns:a16="http://schemas.microsoft.com/office/drawing/2014/main" id="{B2A70FF9-0C32-4443-A788-56E40DD78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27" name="Slaida numura vietturis 6">
            <a:extLst>
              <a:ext uri="{FF2B5EF4-FFF2-40B4-BE49-F238E27FC236}">
                <a16:creationId xmlns:a16="http://schemas.microsoft.com/office/drawing/2014/main" id="{D51176E4-E898-4497-ACF7-72CFF75FE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30" name="Datuma vietturis 4">
            <a:extLst>
              <a:ext uri="{FF2B5EF4-FFF2-40B4-BE49-F238E27FC236}">
                <a16:creationId xmlns:a16="http://schemas.microsoft.com/office/drawing/2014/main" id="{5EBE65FE-7980-4861-93F3-178D1931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31" name="Kājenes vietturis 5">
            <a:extLst>
              <a:ext uri="{FF2B5EF4-FFF2-40B4-BE49-F238E27FC236}">
                <a16:creationId xmlns:a16="http://schemas.microsoft.com/office/drawing/2014/main" id="{5941D839-A1FC-4620-8485-F69D66D59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32" name="Slaida numura vietturis 6">
            <a:extLst>
              <a:ext uri="{FF2B5EF4-FFF2-40B4-BE49-F238E27FC236}">
                <a16:creationId xmlns:a16="http://schemas.microsoft.com/office/drawing/2014/main" id="{B3B8613F-19BE-4CDB-BC4C-C321B4B8F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Datuma vietturis 4">
            <a:extLst>
              <a:ext uri="{FF2B5EF4-FFF2-40B4-BE49-F238E27FC236}">
                <a16:creationId xmlns:a16="http://schemas.microsoft.com/office/drawing/2014/main" id="{BA4BCF05-CDFF-42C0-A406-D762B747C7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42" name="Kājenes vietturis 5">
            <a:extLst>
              <a:ext uri="{FF2B5EF4-FFF2-40B4-BE49-F238E27FC236}">
                <a16:creationId xmlns:a16="http://schemas.microsoft.com/office/drawing/2014/main" id="{FE043986-6365-4919-A13C-B1086DCFF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43" name="Slaida numura vietturis 6">
            <a:extLst>
              <a:ext uri="{FF2B5EF4-FFF2-40B4-BE49-F238E27FC236}">
                <a16:creationId xmlns:a16="http://schemas.microsoft.com/office/drawing/2014/main" id="{4FD22B22-DA9C-4B3F-A67F-D07291278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Datuma vietturis 4">
            <a:extLst>
              <a:ext uri="{FF2B5EF4-FFF2-40B4-BE49-F238E27FC236}">
                <a16:creationId xmlns:a16="http://schemas.microsoft.com/office/drawing/2014/main" id="{9ECA7294-D791-453A-AEDA-C7BC2C83BA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3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8" name="Kājenes vietturis 5">
            <a:extLst>
              <a:ext uri="{FF2B5EF4-FFF2-40B4-BE49-F238E27FC236}">
                <a16:creationId xmlns:a16="http://schemas.microsoft.com/office/drawing/2014/main" id="{E3F008A3-FE03-4B55-99DE-C66C7215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10" name="Slaida numura vietturis 6">
            <a:extLst>
              <a:ext uri="{FF2B5EF4-FFF2-40B4-BE49-F238E27FC236}">
                <a16:creationId xmlns:a16="http://schemas.microsoft.com/office/drawing/2014/main" id="{561AA2A7-90C9-48FA-A998-4CB16275A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74D64503-659B-472D-ABF8-01D077EB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632857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FE209C12-0CED-4CD5-B463-885A793CC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43200" y="6356350"/>
            <a:ext cx="2514600" cy="365125"/>
          </a:xfrm>
        </p:spPr>
        <p:txBody>
          <a:bodyPr rtlCol="0"/>
          <a:lstStyle>
            <a:lvl1pPr algn="r"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1A8F03DA-3AA9-44AC-8E2B-D53B8EBEA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4" name="Datuma vietturis 4">
            <a:extLst>
              <a:ext uri="{FF2B5EF4-FFF2-40B4-BE49-F238E27FC236}">
                <a16:creationId xmlns:a16="http://schemas.microsoft.com/office/drawing/2014/main" id="{AD0AC7DB-F500-41DA-8326-3ED61B33F9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25" name="Kājenes vietturis 5">
            <a:extLst>
              <a:ext uri="{FF2B5EF4-FFF2-40B4-BE49-F238E27FC236}">
                <a16:creationId xmlns:a16="http://schemas.microsoft.com/office/drawing/2014/main" id="{798612DF-528A-42D7-8634-25EFF6159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26" name="Slaida numura vietturis 6">
            <a:extLst>
              <a:ext uri="{FF2B5EF4-FFF2-40B4-BE49-F238E27FC236}">
                <a16:creationId xmlns:a16="http://schemas.microsoft.com/office/drawing/2014/main" id="{1E3817B4-A707-4ACC-9CAC-E32B5E0A4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0" r:id="rId10"/>
    <p:sldLayoutId id="2147483667" r:id="rId11"/>
    <p:sldLayoutId id="2147483673" r:id="rId12"/>
    <p:sldLayoutId id="2147483651" r:id="rId13"/>
    <p:sldLayoutId id="2147483672" r:id="rId1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442220C-BE25-702A-DD4C-442BBE97F67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</a:t>
            </a:r>
            <a:r>
              <a:rPr lang="lv-LV" sz="2800"/>
              <a:t>klāsts simulāciju;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  <p:sp>
        <p:nvSpPr>
          <p:cNvPr id="16" name="Teksta vietturis 15">
            <a:extLst>
              <a:ext uri="{FF2B5EF4-FFF2-40B4-BE49-F238E27FC236}">
                <a16:creationId xmlns:a16="http://schemas.microsoft.com/office/drawing/2014/main" id="{67296821-B182-FD8A-8B92-715EA944DE04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>
            <a:normAutofit/>
          </a:bodyPr>
          <a:lstStyle/>
          <a:p>
            <a:endParaRPr lang="lv-LV" sz="2000" dirty="0"/>
          </a:p>
        </p:txBody>
      </p:sp>
      <p:sp>
        <p:nvSpPr>
          <p:cNvPr id="19" name="Slaida numura vietturis 18">
            <a:extLst>
              <a:ext uri="{FF2B5EF4-FFF2-40B4-BE49-F238E27FC236}">
                <a16:creationId xmlns:a16="http://schemas.microsoft.com/office/drawing/2014/main" id="{48203B82-43EA-B57C-93AF-406D3B68E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lv-LV" noProof="0" smtClean="0"/>
              <a:pPr/>
              <a:t>2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264</TotalTime>
  <Words>31</Words>
  <Application>Microsoft Office PowerPoint</Application>
  <PresentationFormat>Platekrāna</PresentationFormat>
  <Paragraphs>10</Paragraphs>
  <Slides>2</Slides>
  <Notes>1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2</vt:i4>
      </vt:variant>
    </vt:vector>
  </HeadingPairs>
  <TitlesOfParts>
    <vt:vector size="6" baseType="lpstr">
      <vt:lpstr>Arial</vt:lpstr>
      <vt:lpstr>Calibri</vt:lpstr>
      <vt:lpstr>Times New Roman</vt:lpstr>
      <vt:lpstr>Office dizains</vt:lpstr>
      <vt:lpstr>2D datorspēle «Drumstalotājs»</vt:lpstr>
      <vt:lpstr>Ievads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10</cp:revision>
  <dcterms:created xsi:type="dcterms:W3CDTF">2026-06-09T16:32:45Z</dcterms:created>
  <dcterms:modified xsi:type="dcterms:W3CDTF">2026-06-09T20:57:21Z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