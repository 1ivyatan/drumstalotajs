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7"/>
  </p:notesMasterIdLst>
  <p:handoutMasterIdLst>
    <p:handoutMasterId r:id="rId68"/>
  </p:handoutMasterIdLst>
  <p:sldIdLst>
    <p:sldId id="256" r:id="rId5"/>
    <p:sldId id="285" r:id="rId6"/>
    <p:sldId id="257" r:id="rId7"/>
    <p:sldId id="286" r:id="rId8"/>
    <p:sldId id="287" r:id="rId9"/>
    <p:sldId id="316" r:id="rId10"/>
    <p:sldId id="318" r:id="rId11"/>
    <p:sldId id="317" r:id="rId12"/>
    <p:sldId id="288" r:id="rId13"/>
    <p:sldId id="258" r:id="rId14"/>
    <p:sldId id="292" r:id="rId15"/>
    <p:sldId id="290" r:id="rId16"/>
    <p:sldId id="291" r:id="rId17"/>
    <p:sldId id="294" r:id="rId18"/>
    <p:sldId id="289" r:id="rId19"/>
    <p:sldId id="293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259" r:id="rId28"/>
    <p:sldId id="310" r:id="rId29"/>
    <p:sldId id="305" r:id="rId30"/>
    <p:sldId id="308" r:id="rId31"/>
    <p:sldId id="309" r:id="rId32"/>
    <p:sldId id="306" r:id="rId33"/>
    <p:sldId id="307" r:id="rId34"/>
    <p:sldId id="311" r:id="rId35"/>
    <p:sldId id="314" r:id="rId36"/>
    <p:sldId id="315" r:id="rId37"/>
    <p:sldId id="312" r:id="rId38"/>
    <p:sldId id="313" r:id="rId39"/>
    <p:sldId id="302" r:id="rId40"/>
    <p:sldId id="304" r:id="rId41"/>
    <p:sldId id="261" r:id="rId42"/>
    <p:sldId id="262" r:id="rId43"/>
    <p:sldId id="263" r:id="rId44"/>
    <p:sldId id="264" r:id="rId45"/>
    <p:sldId id="265" r:id="rId46"/>
    <p:sldId id="266" r:id="rId47"/>
    <p:sldId id="267" r:id="rId48"/>
    <p:sldId id="268" r:id="rId49"/>
    <p:sldId id="269" r:id="rId50"/>
    <p:sldId id="270" r:id="rId51"/>
    <p:sldId id="271" r:id="rId52"/>
    <p:sldId id="272" r:id="rId53"/>
    <p:sldId id="273" r:id="rId54"/>
    <p:sldId id="274" r:id="rId55"/>
    <p:sldId id="275" r:id="rId56"/>
    <p:sldId id="276" r:id="rId57"/>
    <p:sldId id="277" r:id="rId58"/>
    <p:sldId id="278" r:id="rId59"/>
    <p:sldId id="279" r:id="rId60"/>
    <p:sldId id="280" r:id="rId61"/>
    <p:sldId id="281" r:id="rId62"/>
    <p:sldId id="282" r:id="rId63"/>
    <p:sldId id="283" r:id="rId64"/>
    <p:sldId id="284" r:id="rId65"/>
    <p:sldId id="303" r:id="rId66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microsoft.com/office/2018/10/relationships/authors" Target="author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commentAuthors" Target="commentAuthor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13.06.2026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13.06.2026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EFCDE-5418-892B-CFDE-530A1D49F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1464BB05-96F1-FA3D-0FB9-103C2DE50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4B60B0B5-4CBE-8D49-08F2-4ED6F37D2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9BB4E0C2-E67B-650E-B04C-A2418FBB5E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17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089142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ACDF-7F7C-442E-9DFB-E489066CA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E4260F9B-C754-D99B-6E83-A99835A78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53999A0-7659-6688-8B72-C46F3F2B4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FF6169D-CB3B-92FB-9755-75614CA10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05614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9C26-AA1A-832F-B612-31260BFFD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3D1165B-62A5-F41D-09F1-30A6D823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C055D6-B6FC-537C-482A-931AC3A1A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15DF975-3125-514B-E1F4-9E7865E9A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21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027926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930-8D63-A32D-FEA4-0D697A48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6DA483C0-3C64-0998-EAD7-D6B77EF7B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B54CD5-C04F-EF34-DAFB-BACC1D661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0011610-96E2-6E6B-8EFA-AD7E8B490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8407451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4FDC1-56B2-7CD6-6C22-6E01089C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9ACBD00D-7969-1BD4-25CA-84EC46455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64B99A90-7B38-2E3E-3288-674A1F45E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B287A409-360C-E73A-1634-8EADC7722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061376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Projekta anotācija;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līmeņu atlases ainu.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 ar līmeņu punktiem;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spēles laukuma ainu.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8BFA-0E00-F4BA-34CF-242E2FD98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2CE4CBE-B0AF-B871-E93E-9207146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EB53C3-9106-0B90-DF39-17B6B80ECED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Zemes, objektu un dekorāciju slānis;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Kamera;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Kartes datu ielādēšana un glabāšana.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Informācijas vākšana: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  <a:endParaRPr lang="lv-LV" sz="2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01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BA1C7-8DE1-11D2-6C36-CB20E05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189D117-81C3-CB32-F4DE-F67D3051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52FD5A-17B1-E6A9-F5B5-9B9A43422BE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600" dirty="0">
                <a:solidFill>
                  <a:schemeClr val="bg1"/>
                </a:solidFill>
              </a:rPr>
              <a:t>Kartes objekti: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Ierīces un tās lādiņi;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Regulējams traverss, augstums un šaušanas reizes;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Ierīču izšaušana;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Lādiņa ballistika un detonācija daļēji ataino fizikas likumus.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Mūri;</a:t>
            </a:r>
          </a:p>
        </p:txBody>
      </p:sp>
    </p:spTree>
    <p:extLst>
      <p:ext uri="{BB962C8B-B14F-4D97-AF65-F5344CB8AC3E}">
        <p14:creationId xmlns:p14="http://schemas.microsoft.com/office/powerpoint/2010/main" val="24537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Skaļum</a:t>
            </a:r>
            <a:r>
              <a:rPr lang="lv-LV" sz="2800" dirty="0">
                <a:solidFill>
                  <a:schemeClr val="bg1"/>
                </a:solidFill>
              </a:rPr>
              <a:t>u 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Logu izmēra iestatījumi.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</a:t>
            </a:r>
            <a:r>
              <a:rPr lang="lv-LV" sz="2800"/>
              <a:t>pētīšana;</a:t>
            </a: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A9AD-875B-2C72-C9CA-6983376D5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7865F23-801E-6224-94F9-69C177BF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Valoda – C#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374152-7162-B6ED-3B3B-C32AB7F9B13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78060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1D43-FA01-290D-AE75-FF6BA9D3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3854FB-88EE-9440-F410-8105886AE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Dzinējs – </a:t>
            </a:r>
            <a:r>
              <a:rPr lang="lv-LV" dirty="0" err="1"/>
              <a:t>Godot</a:t>
            </a:r>
            <a:endParaRPr lang="lv-LV" dirty="0"/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43357C4-094F-4C1B-D25A-5AC67D4B162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8756481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 - </a:t>
            </a:r>
            <a:r>
              <a:rPr lang="lv-LV" dirty="0" err="1"/>
              <a:t>Git</a:t>
            </a:r>
            <a:endParaRPr lang="lv-LV" dirty="0"/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C5015-98F5-E171-D2E9-4EBDB416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86E013B-BC69-B36F-6E73-BF2EE780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Iespējamās alternatīvas – </a:t>
            </a:r>
            <a:r>
              <a:rPr lang="lv-LV" dirty="0" err="1"/>
              <a:t>Git</a:t>
            </a:r>
            <a:r>
              <a:rPr lang="lv-LV" dirty="0"/>
              <a:t> </a:t>
            </a:r>
            <a:r>
              <a:rPr lang="lv-LV" dirty="0" err="1"/>
              <a:t>repo</a:t>
            </a:r>
            <a:r>
              <a:rPr lang="lv-LV" dirty="0"/>
              <a:t>. mitināšana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3BD606-B17A-50EA-80CF-A90A7B4D549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985345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95C8-B063-7BB3-19C2-E6635F0E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C44E34C-5C6D-B394-F7F4-862531CB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FF01FF8-BAFE-30EB-2C1A-B770236224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598702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CFD-6602-678D-67AC-97B4BC15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A2C4A8E-EDAF-043E-4E4F-2E50C169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3DFA2E0-5EEE-50B7-A8FA-FE067EA8D4F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75688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9C4C-F100-1901-7490-07E64FEC4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976F73-AC8D-F394-0807-322E24A9C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Ierīces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AA22E2D-7C64-D0FF-EE86-4396360C759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9308909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9135-1AD9-7FC6-20F9-9E899A6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B0BCAAA-9DF4-E664-DECF-284788982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Lādiņi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BD67D1B-3B90-5730-77F8-335AE654B9E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6561151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1256</TotalTime>
  <Words>1326</Words>
  <Application>Microsoft Office PowerPoint</Application>
  <PresentationFormat>Platekrāna</PresentationFormat>
  <Paragraphs>284</Paragraphs>
  <Slides>62</Slides>
  <Notes>10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62</vt:i4>
      </vt:variant>
    </vt:vector>
  </HeadingPairs>
  <TitlesOfParts>
    <vt:vector size="66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Valoda – C#</vt:lpstr>
      <vt:lpstr>Dzinējs – Godot</vt:lpstr>
      <vt:lpstr>Versiju kontrole - Git</vt:lpstr>
      <vt:lpstr>Iespējamās alternatīvas – Valoda</vt:lpstr>
      <vt:lpstr>Iespējamās alternatīvas – Dzinis</vt:lpstr>
      <vt:lpstr>Iespējamās alternatīvas – Git repo. mitināšana</vt:lpstr>
      <vt:lpstr>Modeļi – Sistēmas pārvaldnieks</vt:lpstr>
      <vt:lpstr>Modeļi – Ainas</vt:lpstr>
      <vt:lpstr>Modeļi – Karte</vt:lpstr>
      <vt:lpstr>Modeļi – Kartes objekti</vt:lpstr>
      <vt:lpstr>Modeļi – Ierīces</vt:lpstr>
      <vt:lpstr>Modeļi – Lādiņi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Secinājumi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180</cp:revision>
  <dcterms:created xsi:type="dcterms:W3CDTF">2026-06-09T16:32:45Z</dcterms:created>
  <dcterms:modified xsi:type="dcterms:W3CDTF">2026-06-13T12:01:58Z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