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56" r:id="rId5"/>
  </p:sldIdLst>
  <p:sldSz cx="12192000" cy="6858000"/>
  <p:notesSz cx="6858000" cy="9144000"/>
  <p:defaultTextStyle>
    <a:defPPr rtl="0">
      <a:defRPr lang="lv-L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Autors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7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>
            <a:extLst>
              <a:ext uri="{FF2B5EF4-FFF2-40B4-BE49-F238E27FC236}">
                <a16:creationId xmlns:a16="http://schemas.microsoft.com/office/drawing/2014/main" id="{9B5B42BD-8D3B-4B09-9029-8C63687D5D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3" name="Datuma vietturis 2">
            <a:extLst>
              <a:ext uri="{FF2B5EF4-FFF2-40B4-BE49-F238E27FC236}">
                <a16:creationId xmlns:a16="http://schemas.microsoft.com/office/drawing/2014/main" id="{1E2EC764-34EA-4620-8CF9-F605D96BC3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340BE89-99F8-4DEA-A196-98AA103604A9}" type="datetime1">
              <a:rPr lang="lv-LV" smtClean="0"/>
              <a:t>09.06.2026</a:t>
            </a:fld>
            <a:endParaRPr lang="lv-LV"/>
          </a:p>
        </p:txBody>
      </p:sp>
      <p:sp>
        <p:nvSpPr>
          <p:cNvPr id="4" name="Kājenes vietturis 3">
            <a:extLst>
              <a:ext uri="{FF2B5EF4-FFF2-40B4-BE49-F238E27FC236}">
                <a16:creationId xmlns:a16="http://schemas.microsoft.com/office/drawing/2014/main" id="{3C1FA7CC-A0A2-4292-AA1A-FFA1D3AC96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5" name="Slaida numura vietturis 4">
            <a:extLst>
              <a:ext uri="{FF2B5EF4-FFF2-40B4-BE49-F238E27FC236}">
                <a16:creationId xmlns:a16="http://schemas.microsoft.com/office/drawing/2014/main" id="{36C9D8F1-C311-48E0-A5EA-6AC70E14D0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F827EC1-36E0-417D-8141-8D14DF1BDFD9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6458522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3" name="Datuma vietturis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AA59361-939B-4603-8A5C-F5C08C81B8CD}" type="datetime1">
              <a:rPr lang="lv-LV" noProof="0" smtClean="0"/>
              <a:t>09.06.2026</a:t>
            </a:fld>
            <a:endParaRPr lang="lv-LV" noProof="0"/>
          </a:p>
        </p:txBody>
      </p:sp>
      <p:sp>
        <p:nvSpPr>
          <p:cNvPr id="4" name="Slaida attēla vietturi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lv-LV" noProof="0"/>
          </a:p>
        </p:txBody>
      </p:sp>
      <p:sp>
        <p:nvSpPr>
          <p:cNvPr id="5" name="Piezīmju vietturi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6" name="Kājenes vietturis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7" name="Slaida numura vietturis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5BAF473-2665-42A7-89E3-C7BA7EB58D12}" type="slidenum">
              <a:rPr lang="lv-LV" noProof="0" smtClean="0"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69354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lv-LV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35BAF473-2665-42A7-89E3-C7BA7EB58D12}" type="slidenum">
              <a:rPr lang="lv-LV" smtClean="0"/>
              <a:t>1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18333973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rsrakst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8610600" y="0"/>
            <a:ext cx="35814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465970"/>
            <a:ext cx="5739882" cy="2387600"/>
          </a:xfrm>
        </p:spPr>
        <p:txBody>
          <a:bodyPr rtlCol="0" anchor="b">
            <a:normAutofit/>
          </a:bodyPr>
          <a:lstStyle>
            <a:lvl1pPr algn="l">
              <a:defRPr sz="5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5159827"/>
            <a:ext cx="5739882" cy="783773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2595562"/>
            <a:ext cx="5684520" cy="3181034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3840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0" y="3840480"/>
            <a:ext cx="4175760" cy="2087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0" y="5928360"/>
            <a:ext cx="4175760" cy="929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Datuma vietturis 4">
            <a:extLst>
              <a:ext uri="{FF2B5EF4-FFF2-40B4-BE49-F238E27FC236}">
                <a16:creationId xmlns:a16="http://schemas.microsoft.com/office/drawing/2014/main" id="{2FF674D8-A0B1-4D60-AB18-A733984F70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2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22" name="Kājenes vietturis 5">
            <a:extLst>
              <a:ext uri="{FF2B5EF4-FFF2-40B4-BE49-F238E27FC236}">
                <a16:creationId xmlns:a16="http://schemas.microsoft.com/office/drawing/2014/main" id="{7E0AFFFB-7406-40B3-B2D5-18288BEA5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23" name="Slaida numura vietturis 6">
            <a:extLst>
              <a:ext uri="{FF2B5EF4-FFF2-40B4-BE49-F238E27FC236}">
                <a16:creationId xmlns:a16="http://schemas.microsoft.com/office/drawing/2014/main" id="{0D2AF818-9E4C-485A-8EA3-3BD5917D5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div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2595562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 smtClean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8016240" y="0"/>
            <a:ext cx="240138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10417629" y="0"/>
            <a:ext cx="177437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11800114" y="0"/>
            <a:ext cx="39188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Satura vietturis 2">
            <a:extLst>
              <a:ext uri="{FF2B5EF4-FFF2-40B4-BE49-F238E27FC236}">
                <a16:creationId xmlns:a16="http://schemas.microsoft.com/office/drawing/2014/main" id="{620C3808-5997-40A2-83EF-E2136C52EFE1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38200" y="4529818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lv-LV" noProof="0"/>
              <a:t>Noklikšķiniet, lai rediģētu šablona tekstu stilus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EAD9A34D-2599-4944-8F4B-6953690367E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38200" y="3040514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Satura vietturis 2">
            <a:extLst>
              <a:ext uri="{FF2B5EF4-FFF2-40B4-BE49-F238E27FC236}">
                <a16:creationId xmlns:a16="http://schemas.microsoft.com/office/drawing/2014/main" id="{4D123A04-698E-4E6B-BB2C-C4FCA2CFBB9A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38200" y="4993888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4" name="Datuma vietturis 4">
            <a:extLst>
              <a:ext uri="{FF2B5EF4-FFF2-40B4-BE49-F238E27FC236}">
                <a16:creationId xmlns:a16="http://schemas.microsoft.com/office/drawing/2014/main" id="{8BC6F0B0-7E88-4658-BED0-B126DDE797A0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15" name="Kājenes vietturis 5">
            <a:extLst>
              <a:ext uri="{FF2B5EF4-FFF2-40B4-BE49-F238E27FC236}">
                <a16:creationId xmlns:a16="http://schemas.microsoft.com/office/drawing/2014/main" id="{1B454B68-B7BD-4197-BF00-63964D76348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16" name="Slaida numura vietturis 6">
            <a:extLst>
              <a:ext uri="{FF2B5EF4-FFF2-40B4-BE49-F238E27FC236}">
                <a16:creationId xmlns:a16="http://schemas.microsoft.com/office/drawing/2014/main" id="{BAA42605-D696-484D-B611-62CB3140EA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655682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četr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C2A3DF3F-0A0C-4018-A9D5-6DE43170F3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24742" y="822325"/>
            <a:ext cx="9329058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B2E9ED8E-C27B-434B-BABA-E66DF12C503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24742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CA9EBAE4-D52F-453F-8270-8B6E097489BF}"/>
              </a:ext>
            </a:extLst>
          </p:cNvPr>
          <p:cNvSpPr/>
          <p:nvPr userDrawn="1"/>
        </p:nvSpPr>
        <p:spPr>
          <a:xfrm>
            <a:off x="0" y="-1"/>
            <a:ext cx="674914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E9FC540D-D53A-486F-96EA-3488254DA8F1}"/>
              </a:ext>
            </a:extLst>
          </p:cNvPr>
          <p:cNvSpPr/>
          <p:nvPr userDrawn="1"/>
        </p:nvSpPr>
        <p:spPr>
          <a:xfrm flipV="1">
            <a:off x="674914" y="0"/>
            <a:ext cx="67491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Satura vietturis 2">
            <a:extLst>
              <a:ext uri="{FF2B5EF4-FFF2-40B4-BE49-F238E27FC236}">
                <a16:creationId xmlns:a16="http://schemas.microsoft.com/office/drawing/2014/main" id="{AA5699F8-E412-4D90-AD9E-5A933F03D67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019111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5" name="Satura vietturis 2">
            <a:extLst>
              <a:ext uri="{FF2B5EF4-FFF2-40B4-BE49-F238E27FC236}">
                <a16:creationId xmlns:a16="http://schemas.microsoft.com/office/drawing/2014/main" id="{3C6CD4EE-A2DF-4227-8E8E-061E1811B31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2024742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Satura vietturis 2">
            <a:extLst>
              <a:ext uri="{FF2B5EF4-FFF2-40B4-BE49-F238E27FC236}">
                <a16:creationId xmlns:a16="http://schemas.microsoft.com/office/drawing/2014/main" id="{2BD7E863-25A7-4713-A3A0-9A5F432FE00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019111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7" name="Satura vietturis 2">
            <a:extLst>
              <a:ext uri="{FF2B5EF4-FFF2-40B4-BE49-F238E27FC236}">
                <a16:creationId xmlns:a16="http://schemas.microsoft.com/office/drawing/2014/main" id="{13EEC52D-9939-4E0F-B26E-6287735877F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024740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8" name="Satura vietturis 2">
            <a:extLst>
              <a:ext uri="{FF2B5EF4-FFF2-40B4-BE49-F238E27FC236}">
                <a16:creationId xmlns:a16="http://schemas.microsoft.com/office/drawing/2014/main" id="{3F6A9263-89CC-446B-AA55-FA0F0180A706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019109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9" name="Satura vietturis 2">
            <a:extLst>
              <a:ext uri="{FF2B5EF4-FFF2-40B4-BE49-F238E27FC236}">
                <a16:creationId xmlns:a16="http://schemas.microsoft.com/office/drawing/2014/main" id="{73A562DC-F1FD-4766-B507-CC08FBA1EE68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2024740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0" name="Satura vietturis 2">
            <a:extLst>
              <a:ext uri="{FF2B5EF4-FFF2-40B4-BE49-F238E27FC236}">
                <a16:creationId xmlns:a16="http://schemas.microsoft.com/office/drawing/2014/main" id="{B4A99B91-CC4B-4964-B372-94ED4BB9A77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019109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1" name="Datuma vietturis 4">
            <a:extLst>
              <a:ext uri="{FF2B5EF4-FFF2-40B4-BE49-F238E27FC236}">
                <a16:creationId xmlns:a16="http://schemas.microsoft.com/office/drawing/2014/main" id="{5413A312-123E-4C7A-864E-C120568D6037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024740" y="6356350"/>
            <a:ext cx="1556659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22" name="Kājenes vietturis 5">
            <a:extLst>
              <a:ext uri="{FF2B5EF4-FFF2-40B4-BE49-F238E27FC236}">
                <a16:creationId xmlns:a16="http://schemas.microsoft.com/office/drawing/2014/main" id="{F3306EE3-B07E-48BA-A4EE-EAFE9A458C3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038600" y="6356350"/>
            <a:ext cx="5268686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23" name="Slaida numura vietturis 6">
            <a:extLst>
              <a:ext uri="{FF2B5EF4-FFF2-40B4-BE49-F238E27FC236}">
                <a16:creationId xmlns:a16="http://schemas.microsoft.com/office/drawing/2014/main" id="{6A049DF0-5C6A-4542-841D-C03F6230482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9764486" y="6356350"/>
            <a:ext cx="1589314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2482153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kreisai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79BF9015-BE24-42C7-B20B-596FE57DE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3480" y="3864426"/>
            <a:ext cx="5684520" cy="737734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virsrakstu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37368391-D103-4780-88AC-9746C035960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73480" y="4879291"/>
            <a:ext cx="5684520" cy="13255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AA0B4B24-EFFA-49CE-88D9-B8E2ECE17208}"/>
              </a:ext>
            </a:extLst>
          </p:cNvPr>
          <p:cNvSpPr/>
          <p:nvPr userDrawn="1"/>
        </p:nvSpPr>
        <p:spPr>
          <a:xfrm>
            <a:off x="0" y="-1820708"/>
            <a:ext cx="121920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A94AD39F-C2DD-4F6A-8AB9-EA5E0024EB1C}"/>
              </a:ext>
            </a:extLst>
          </p:cNvPr>
          <p:cNvSpPr/>
          <p:nvPr userDrawn="1"/>
        </p:nvSpPr>
        <p:spPr>
          <a:xfrm flipV="1">
            <a:off x="8016240" y="0"/>
            <a:ext cx="41757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Datuma vietturis 4">
            <a:extLst>
              <a:ext uri="{FF2B5EF4-FFF2-40B4-BE49-F238E27FC236}">
                <a16:creationId xmlns:a16="http://schemas.microsoft.com/office/drawing/2014/main" id="{38ABA718-1AEF-413D-964E-FA9CA8EDD8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0EE83AD3-B30F-42CE-99A0-D50CDB9C951F}"/>
              </a:ext>
            </a:extLst>
          </p:cNvPr>
          <p:cNvSpPr/>
          <p:nvPr userDrawn="1"/>
        </p:nvSpPr>
        <p:spPr>
          <a:xfrm>
            <a:off x="8011886" y="1608292"/>
            <a:ext cx="4180114" cy="52497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Kājenes vietturis 5">
            <a:extLst>
              <a:ext uri="{FF2B5EF4-FFF2-40B4-BE49-F238E27FC236}">
                <a16:creationId xmlns:a16="http://schemas.microsoft.com/office/drawing/2014/main" id="{BCCB3A69-6840-43C8-94EB-C3EF41DBC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16" name="Slaida numura vietturis 6">
            <a:extLst>
              <a:ext uri="{FF2B5EF4-FFF2-40B4-BE49-F238E27FC236}">
                <a16:creationId xmlns:a16="http://schemas.microsoft.com/office/drawing/2014/main" id="{B374594B-C272-477C-B1DB-A1E214CED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2694643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 ar augšējo apmal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Taisnstūris 3">
            <a:extLst>
              <a:ext uri="{FF2B5EF4-FFF2-40B4-BE49-F238E27FC236}">
                <a16:creationId xmlns:a16="http://schemas.microsoft.com/office/drawing/2014/main" id="{2B217CA4-9423-45D5-AD1D-2415B600F1DD}"/>
              </a:ext>
            </a:extLst>
          </p:cNvPr>
          <p:cNvSpPr/>
          <p:nvPr userDrawn="1"/>
        </p:nvSpPr>
        <p:spPr>
          <a:xfrm>
            <a:off x="0" y="0"/>
            <a:ext cx="12192000" cy="10814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Datuma vietturis 4">
            <a:extLst>
              <a:ext uri="{FF2B5EF4-FFF2-40B4-BE49-F238E27FC236}">
                <a16:creationId xmlns:a16="http://schemas.microsoft.com/office/drawing/2014/main" id="{4F525B7F-8292-4AE6-B9B3-F6C0621F1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6" name="Kājenes vietturis 5">
            <a:extLst>
              <a:ext uri="{FF2B5EF4-FFF2-40B4-BE49-F238E27FC236}">
                <a16:creationId xmlns:a16="http://schemas.microsoft.com/office/drawing/2014/main" id="{E3E86D52-9DFB-4D69-BF39-2C163B394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7" name="Slaida numura vietturis 6">
            <a:extLst>
              <a:ext uri="{FF2B5EF4-FFF2-40B4-BE49-F238E27FC236}">
                <a16:creationId xmlns:a16="http://schemas.microsoft.com/office/drawing/2014/main" id="{A0B91A39-D816-4317-AA23-55510F9D3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981607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5" name="Taisnstūris 4">
            <a:extLst>
              <a:ext uri="{FF2B5EF4-FFF2-40B4-BE49-F238E27FC236}">
                <a16:creationId xmlns:a16="http://schemas.microsoft.com/office/drawing/2014/main" id="{D7B514D1-FFF2-4784-BC98-5C209566EB25}"/>
              </a:ext>
            </a:extLst>
          </p:cNvPr>
          <p:cNvSpPr/>
          <p:nvPr userDrawn="1"/>
        </p:nvSpPr>
        <p:spPr>
          <a:xfrm>
            <a:off x="0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aisnstūris 6">
            <a:extLst>
              <a:ext uri="{FF2B5EF4-FFF2-40B4-BE49-F238E27FC236}">
                <a16:creationId xmlns:a16="http://schemas.microsoft.com/office/drawing/2014/main" id="{9F775047-FCCD-48A9-AE4B-E4619B3FA069}"/>
              </a:ext>
            </a:extLst>
          </p:cNvPr>
          <p:cNvSpPr/>
          <p:nvPr userDrawn="1"/>
        </p:nvSpPr>
        <p:spPr>
          <a:xfrm>
            <a:off x="10276114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Datuma vietturis 4">
            <a:extLst>
              <a:ext uri="{FF2B5EF4-FFF2-40B4-BE49-F238E27FC236}">
                <a16:creationId xmlns:a16="http://schemas.microsoft.com/office/drawing/2014/main" id="{E57E5351-59BE-4BC8-83D8-BABF23172D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9" name="Kājenes vietturis 5">
            <a:extLst>
              <a:ext uri="{FF2B5EF4-FFF2-40B4-BE49-F238E27FC236}">
                <a16:creationId xmlns:a16="http://schemas.microsoft.com/office/drawing/2014/main" id="{7F2C600D-D61A-47D7-88A2-66D269DCB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10" name="Slaida numura vietturis 6">
            <a:extLst>
              <a:ext uri="{FF2B5EF4-FFF2-40B4-BE49-F238E27FC236}">
                <a16:creationId xmlns:a16="http://schemas.microsoft.com/office/drawing/2014/main" id="{E257B2EA-F7F2-4B84-A989-76BF9D0F8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255526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etri satura blok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0"/>
            <a:ext cx="12192000" cy="198148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56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6208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4660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3112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1090200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3935025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779850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625612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5" name="Datuma vietturis 4">
            <a:extLst>
              <a:ext uri="{FF2B5EF4-FFF2-40B4-BE49-F238E27FC236}">
                <a16:creationId xmlns:a16="http://schemas.microsoft.com/office/drawing/2014/main" id="{8B2D064B-EC57-4EA9-96ED-918E61BFD5F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26" name="Kājenes vietturis 5">
            <a:extLst>
              <a:ext uri="{FF2B5EF4-FFF2-40B4-BE49-F238E27FC236}">
                <a16:creationId xmlns:a16="http://schemas.microsoft.com/office/drawing/2014/main" id="{B2A70FF9-0C32-4443-A788-56E40DD78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27" name="Slaida numura vietturis 6">
            <a:extLst>
              <a:ext uri="{FF2B5EF4-FFF2-40B4-BE49-F238E27FC236}">
                <a16:creationId xmlns:a16="http://schemas.microsoft.com/office/drawing/2014/main" id="{D51176E4-E898-4497-ACF7-72CFF75FE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2715236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4876800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48768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3200400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7336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2451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741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9193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6387961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9238736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387961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233723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8200" y="4112198"/>
            <a:ext cx="3200400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07336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92451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0741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9193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38201" y="5511642"/>
            <a:ext cx="3200400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30" name="Datuma vietturis 4">
            <a:extLst>
              <a:ext uri="{FF2B5EF4-FFF2-40B4-BE49-F238E27FC236}">
                <a16:creationId xmlns:a16="http://schemas.microsoft.com/office/drawing/2014/main" id="{5EBE65FE-7980-4861-93F3-178D1931E7A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1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31" name="Kājenes vietturis 5">
            <a:extLst>
              <a:ext uri="{FF2B5EF4-FFF2-40B4-BE49-F238E27FC236}">
                <a16:creationId xmlns:a16="http://schemas.microsoft.com/office/drawing/2014/main" id="{5941D839-A1FC-4620-8485-F69D66D59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32" name="Slaida numura vietturis 6">
            <a:extLst>
              <a:ext uri="{FF2B5EF4-FFF2-40B4-BE49-F238E27FC236}">
                <a16:creationId xmlns:a16="http://schemas.microsoft.com/office/drawing/2014/main" id="{B3B8613F-19BE-4CDB-BC4C-C321B4B8F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1855734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zācijas diagramma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695037"/>
            <a:ext cx="4573200" cy="1325563"/>
          </a:xfrm>
        </p:spPr>
        <p:txBody>
          <a:bodyPr rtlCol="0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21635" y="2039382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4" name="Teksta vietturis 8">
            <a:extLst>
              <a:ext uri="{FF2B5EF4-FFF2-40B4-BE49-F238E27FC236}">
                <a16:creationId xmlns:a16="http://schemas.microsoft.com/office/drawing/2014/main" id="{16CC17AD-6E52-42E9-989B-FB086C64DF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021635" y="2408260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36B0D72-6C95-4E3A-A679-D94CB154306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043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7E6E1537-8CF9-4C86-8E25-29BFFDAFDDD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043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755E9ED2-721A-416D-AFA6-B57E6B8D8C5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757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0DE1C87C-07E3-42FC-9B43-81D789BF794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757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8556C5D2-9D30-44C4-95EA-DA672356995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471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5" name="Teksta vietturis 8">
            <a:extLst>
              <a:ext uri="{FF2B5EF4-FFF2-40B4-BE49-F238E27FC236}">
                <a16:creationId xmlns:a16="http://schemas.microsoft.com/office/drawing/2014/main" id="{BB8DD76A-44FE-4266-9CE3-FC74ACF614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71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6" name="Teksta vietturis 8">
            <a:extLst>
              <a:ext uri="{FF2B5EF4-FFF2-40B4-BE49-F238E27FC236}">
                <a16:creationId xmlns:a16="http://schemas.microsoft.com/office/drawing/2014/main" id="{BB7FB830-D9B0-43D8-B279-D8A3831911C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615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7" name="Teksta vietturis 8">
            <a:extLst>
              <a:ext uri="{FF2B5EF4-FFF2-40B4-BE49-F238E27FC236}">
                <a16:creationId xmlns:a16="http://schemas.microsoft.com/office/drawing/2014/main" id="{DA699CE9-2DCD-4D59-B359-D7D3511A215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615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8" name="Teksta vietturis 8">
            <a:extLst>
              <a:ext uri="{FF2B5EF4-FFF2-40B4-BE49-F238E27FC236}">
                <a16:creationId xmlns:a16="http://schemas.microsoft.com/office/drawing/2014/main" id="{5B0C1AF9-7ECA-4F02-B71D-97228D05B03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329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9" name="Teksta vietturis 8">
            <a:extLst>
              <a:ext uri="{FF2B5EF4-FFF2-40B4-BE49-F238E27FC236}">
                <a16:creationId xmlns:a16="http://schemas.microsoft.com/office/drawing/2014/main" id="{FE515F87-B08B-4273-9427-B4477D68E33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329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cxnSp>
        <p:nvCxnSpPr>
          <p:cNvPr id="5" name="Taisns savienotājs 4">
            <a:extLst>
              <a:ext uri="{FF2B5EF4-FFF2-40B4-BE49-F238E27FC236}">
                <a16:creationId xmlns:a16="http://schemas.microsoft.com/office/drawing/2014/main" id="{02353FBD-19BF-45E4-A6F5-4217CDAAA52E}"/>
              </a:ext>
            </a:extLst>
          </p:cNvPr>
          <p:cNvCxnSpPr/>
          <p:nvPr userDrawn="1"/>
        </p:nvCxnSpPr>
        <p:spPr>
          <a:xfrm>
            <a:off x="1513114" y="3875317"/>
            <a:ext cx="9111343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Datuma vietturis 4">
            <a:extLst>
              <a:ext uri="{FF2B5EF4-FFF2-40B4-BE49-F238E27FC236}">
                <a16:creationId xmlns:a16="http://schemas.microsoft.com/office/drawing/2014/main" id="{BA4BCF05-CDFF-42C0-A406-D762B747C7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42" name="Kājenes vietturis 5">
            <a:extLst>
              <a:ext uri="{FF2B5EF4-FFF2-40B4-BE49-F238E27FC236}">
                <a16:creationId xmlns:a16="http://schemas.microsoft.com/office/drawing/2014/main" id="{FE043986-6365-4919-A13C-B1086DCFF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43" name="Slaida numura vietturis 6">
            <a:extLst>
              <a:ext uri="{FF2B5EF4-FFF2-40B4-BE49-F238E27FC236}">
                <a16:creationId xmlns:a16="http://schemas.microsoft.com/office/drawing/2014/main" id="{4FD22B22-DA9C-4B3F-A67F-D07291278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  <p:cxnSp>
        <p:nvCxnSpPr>
          <p:cNvPr id="47" name="Taisns savienotājs 46">
            <a:extLst>
              <a:ext uri="{FF2B5EF4-FFF2-40B4-BE49-F238E27FC236}">
                <a16:creationId xmlns:a16="http://schemas.microsoft.com/office/drawing/2014/main" id="{AFAB3CE1-D027-49AE-8023-7D6E330C7E2D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852057"/>
            <a:ext cx="0" cy="1643743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Taisns savienotājs 48">
            <a:extLst>
              <a:ext uri="{FF2B5EF4-FFF2-40B4-BE49-F238E27FC236}">
                <a16:creationId xmlns:a16="http://schemas.microsoft.com/office/drawing/2014/main" id="{6B59BE6F-06DF-4031-A366-9BF6A53377C4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11592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Taisns savienotājs 53">
            <a:extLst>
              <a:ext uri="{FF2B5EF4-FFF2-40B4-BE49-F238E27FC236}">
                <a16:creationId xmlns:a16="http://schemas.microsoft.com/office/drawing/2014/main" id="{588442AB-AF81-4C81-B0CE-584EE410EB9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14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Taisns savienotājs 55">
            <a:extLst>
              <a:ext uri="{FF2B5EF4-FFF2-40B4-BE49-F238E27FC236}">
                <a16:creationId xmlns:a16="http://schemas.microsoft.com/office/drawing/2014/main" id="{35F27884-729D-4CA6-A08A-92EBC733CCB5}"/>
              </a:ext>
            </a:extLst>
          </p:cNvPr>
          <p:cNvCxnSpPr>
            <a:cxnSpLocks/>
          </p:cNvCxnSpPr>
          <p:nvPr userDrawn="1"/>
        </p:nvCxnSpPr>
        <p:spPr>
          <a:xfrm flipV="1">
            <a:off x="3815938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Taisns savienotājs 57">
            <a:extLst>
              <a:ext uri="{FF2B5EF4-FFF2-40B4-BE49-F238E27FC236}">
                <a16:creationId xmlns:a16="http://schemas.microsoft.com/office/drawing/2014/main" id="{A1F7E5A1-BEA5-447F-BED5-E18F7A1D9A37}"/>
              </a:ext>
            </a:extLst>
          </p:cNvPr>
          <p:cNvCxnSpPr>
            <a:cxnSpLocks/>
          </p:cNvCxnSpPr>
          <p:nvPr userDrawn="1"/>
        </p:nvCxnSpPr>
        <p:spPr>
          <a:xfrm flipV="1">
            <a:off x="8381011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5084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labās puse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2376805"/>
            <a:ext cx="501396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4150042"/>
            <a:ext cx="5013960" cy="196119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371856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Datuma vietturis 4">
            <a:extLst>
              <a:ext uri="{FF2B5EF4-FFF2-40B4-BE49-F238E27FC236}">
                <a16:creationId xmlns:a16="http://schemas.microsoft.com/office/drawing/2014/main" id="{9ECA7294-D791-453A-AEDA-C7BC2C83BAC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3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8" name="Kājenes vietturis 5">
            <a:extLst>
              <a:ext uri="{FF2B5EF4-FFF2-40B4-BE49-F238E27FC236}">
                <a16:creationId xmlns:a16="http://schemas.microsoft.com/office/drawing/2014/main" id="{E3F008A3-FE03-4B55-99DE-C66C7215F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10" name="Slaida numura vietturis 6">
            <a:extLst>
              <a:ext uri="{FF2B5EF4-FFF2-40B4-BE49-F238E27FC236}">
                <a16:creationId xmlns:a16="http://schemas.microsoft.com/office/drawing/2014/main" id="{561AA2A7-90C9-48FA-A998-4CB16275A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0305030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obeigum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313571"/>
            <a:ext cx="4419600" cy="1659716"/>
          </a:xfrm>
        </p:spPr>
        <p:txBody>
          <a:bodyPr rtlCol="0" anchor="ctr">
            <a:normAutofit/>
          </a:bodyPr>
          <a:lstStyle>
            <a:lvl1pPr algn="ctr">
              <a:defRPr sz="5400"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02" y="2348318"/>
            <a:ext cx="2743200" cy="1659715"/>
          </a:xfrm>
        </p:spPr>
        <p:txBody>
          <a:bodyPr rtlCol="0" anchor="ctr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  <p:sp>
        <p:nvSpPr>
          <p:cNvPr id="4" name="Datuma vietturis 3">
            <a:extLst>
              <a:ext uri="{FF2B5EF4-FFF2-40B4-BE49-F238E27FC236}">
                <a16:creationId xmlns:a16="http://schemas.microsoft.com/office/drawing/2014/main" id="{74D64503-659B-472D-ABF8-01D077EB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632857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5" name="Kājenes vietturis 4">
            <a:extLst>
              <a:ext uri="{FF2B5EF4-FFF2-40B4-BE49-F238E27FC236}">
                <a16:creationId xmlns:a16="http://schemas.microsoft.com/office/drawing/2014/main" id="{FE209C12-0CED-4CD5-B463-885A793CC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43200" y="6356350"/>
            <a:ext cx="2514600" cy="365125"/>
          </a:xfrm>
        </p:spPr>
        <p:txBody>
          <a:bodyPr rtlCol="0"/>
          <a:lstStyle>
            <a:lvl1pPr algn="r"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6" name="Slaida numura vietturis 5">
            <a:extLst>
              <a:ext uri="{FF2B5EF4-FFF2-40B4-BE49-F238E27FC236}">
                <a16:creationId xmlns:a16="http://schemas.microsoft.com/office/drawing/2014/main" id="{1A8F03DA-3AA9-44AC-8E2B-D53B8EBEA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chemeClr val="accent1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3909684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daļas galve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8434EB92-62CF-4273-86A4-59223DABDBB8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29A25F60-1F94-4EB8-AECE-53F9C3EBF6AC}"/>
              </a:ext>
            </a:extLst>
          </p:cNvPr>
          <p:cNvSpPr/>
          <p:nvPr userDrawn="1"/>
        </p:nvSpPr>
        <p:spPr>
          <a:xfrm>
            <a:off x="0" y="6509657"/>
            <a:ext cx="12192000" cy="348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3429000"/>
            <a:ext cx="10515600" cy="3080657"/>
          </a:xfrm>
        </p:spPr>
        <p:txBody>
          <a:bodyPr rtlCol="0" anchor="ctr"/>
          <a:lstStyle>
            <a:lvl1pPr>
              <a:defRPr sz="60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mandas slaid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6" name="Attēla vietturis 15">
            <a:extLst>
              <a:ext uri="{FF2B5EF4-FFF2-40B4-BE49-F238E27FC236}">
                <a16:creationId xmlns:a16="http://schemas.microsoft.com/office/drawing/2014/main" id="{A74BA5A7-7918-4C65-BAAB-14B3A1E2B4E4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152161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  <a:endParaRPr lang="lv-LV" noProof="0" dirty="0"/>
          </a:p>
        </p:txBody>
      </p:sp>
      <p:sp>
        <p:nvSpPr>
          <p:cNvPr id="7" name="Attēla vietturis 15">
            <a:extLst>
              <a:ext uri="{FF2B5EF4-FFF2-40B4-BE49-F238E27FC236}">
                <a16:creationId xmlns:a16="http://schemas.microsoft.com/office/drawing/2014/main" id="{0C5DF728-AFC5-467F-86BF-45BBD7787257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07938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8" name="Attēla vietturis 15">
            <a:extLst>
              <a:ext uri="{FF2B5EF4-FFF2-40B4-BE49-F238E27FC236}">
                <a16:creationId xmlns:a16="http://schemas.microsoft.com/office/drawing/2014/main" id="{BBFE7B80-0990-424B-A099-BFECB5508302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663715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9" name="Attēla vietturis 15">
            <a:extLst>
              <a:ext uri="{FF2B5EF4-FFF2-40B4-BE49-F238E27FC236}">
                <a16:creationId xmlns:a16="http://schemas.microsoft.com/office/drawing/2014/main" id="{5B4A0F3D-F23F-4072-9FF5-6CFE888CE1E0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919492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14F97182-060B-42D4-9BD6-AADEBB4691F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14950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2" name="Teksta vietturis 8">
            <a:extLst>
              <a:ext uri="{FF2B5EF4-FFF2-40B4-BE49-F238E27FC236}">
                <a16:creationId xmlns:a16="http://schemas.microsoft.com/office/drawing/2014/main" id="{0C32DCEC-D4CF-4F91-ABA7-22726A1E99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14950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04BECAB1-5EBD-4BC7-8F7A-8B4CA80746C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764623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D671F83-5A25-4513-86E5-FFBF3BF3106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764623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F6EE3639-A148-489C-A695-7EA2313AEF3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4296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BB55BB21-9247-450C-9A9D-D2AD9161E10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314296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2" name="Teksta vietturis 8">
            <a:extLst>
              <a:ext uri="{FF2B5EF4-FFF2-40B4-BE49-F238E27FC236}">
                <a16:creationId xmlns:a16="http://schemas.microsoft.com/office/drawing/2014/main" id="{934A7F7B-4591-45E6-AF17-EC81162B733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863969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3" name="Teksta vietturis 8">
            <a:extLst>
              <a:ext uri="{FF2B5EF4-FFF2-40B4-BE49-F238E27FC236}">
                <a16:creationId xmlns:a16="http://schemas.microsoft.com/office/drawing/2014/main" id="{730702B6-2129-4FAB-8868-58B59C11FFC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863969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4" name="Datuma vietturis 4">
            <a:extLst>
              <a:ext uri="{FF2B5EF4-FFF2-40B4-BE49-F238E27FC236}">
                <a16:creationId xmlns:a16="http://schemas.microsoft.com/office/drawing/2014/main" id="{AD0AC7DB-F500-41DA-8326-3ED61B33F9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</a:p>
        </p:txBody>
      </p:sp>
      <p:sp>
        <p:nvSpPr>
          <p:cNvPr id="25" name="Kājenes vietturis 5">
            <a:extLst>
              <a:ext uri="{FF2B5EF4-FFF2-40B4-BE49-F238E27FC236}">
                <a16:creationId xmlns:a16="http://schemas.microsoft.com/office/drawing/2014/main" id="{798612DF-528A-42D7-8634-25EFF6159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</a:p>
        </p:txBody>
      </p:sp>
      <p:sp>
        <p:nvSpPr>
          <p:cNvPr id="26" name="Slaida numura vietturis 6">
            <a:extLst>
              <a:ext uri="{FF2B5EF4-FFF2-40B4-BE49-F238E27FC236}">
                <a16:creationId xmlns:a16="http://schemas.microsoft.com/office/drawing/2014/main" id="{1E3817B4-A707-4ACC-9CAC-E32B5E0A4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663862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a vietturis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Teksta vietturis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4" name="Datuma vietturis 3">
            <a:extLst>
              <a:ext uri="{FF2B5EF4-FFF2-40B4-BE49-F238E27FC236}">
                <a16:creationId xmlns:a16="http://schemas.microsoft.com/office/drawing/2014/main" id="{001917CC-671D-47EA-B065-51E87EC27B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7/29/20XX</a:t>
            </a:r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Kājenes vietturis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lv-LV" noProof="0"/>
              <a:t>Darbinieku orientācija</a:t>
            </a:r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laida numura vietturis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noProof="0" smtClean="0"/>
              <a:pPr/>
              <a:t>‹#›</a:t>
            </a:fld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7" r:id="rId3"/>
    <p:sldLayoutId id="2147483674" r:id="rId4"/>
    <p:sldLayoutId id="2147483671" r:id="rId5"/>
    <p:sldLayoutId id="2147483666" r:id="rId6"/>
    <p:sldLayoutId id="2147483669" r:id="rId7"/>
    <p:sldLayoutId id="2147483661" r:id="rId8"/>
    <p:sldLayoutId id="2147483676" r:id="rId9"/>
    <p:sldLayoutId id="2147483670" r:id="rId10"/>
    <p:sldLayoutId id="2147483667" r:id="rId11"/>
    <p:sldLayoutId id="2147483673" r:id="rId12"/>
    <p:sldLayoutId id="2147483651" r:id="rId13"/>
    <p:sldLayoutId id="2147483672" r:id="rId1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465970"/>
            <a:ext cx="5739882" cy="2387600"/>
          </a:xfrm>
        </p:spPr>
        <p:txBody>
          <a:bodyPr rtlCol="0"/>
          <a:lstStyle/>
          <a:p>
            <a:pPr rtl="0"/>
            <a:r>
              <a:rPr lang="lv-LV" dirty="0" err="1"/>
              <a:t>asasa</a:t>
            </a:r>
            <a:endParaRPr lang="lv-LV" dirty="0"/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5159827"/>
            <a:ext cx="5739882" cy="783773"/>
          </a:xfrm>
        </p:spPr>
        <p:txBody>
          <a:bodyPr rtlCol="0">
            <a:normAutofit fontScale="92500" lnSpcReduction="10000"/>
          </a:bodyPr>
          <a:lstStyle/>
          <a:p>
            <a:pPr rtl="0"/>
            <a:r>
              <a:rPr lang="lv-LV" dirty="0"/>
              <a:t>Leons Pīgoznis, 4PT</a:t>
            </a:r>
          </a:p>
          <a:p>
            <a:r>
              <a:rPr lang="lv-LV" dirty="0"/>
              <a:t>2026. gada 17. jūnijs 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dizains">
  <a:themeElements>
    <a:clrScheme name="Custom 18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2A25D"/>
      </a:accent1>
      <a:accent2>
        <a:srgbClr val="A0DADE"/>
      </a:accent2>
      <a:accent3>
        <a:srgbClr val="CCB5E5"/>
      </a:accent3>
      <a:accent4>
        <a:srgbClr val="29285D"/>
      </a:accent4>
      <a:accent5>
        <a:srgbClr val="EDF1F2"/>
      </a:accent5>
      <a:accent6>
        <a:srgbClr val="70AD47"/>
      </a:accent6>
      <a:hlink>
        <a:srgbClr val="A0DADE"/>
      </a:hlink>
      <a:folHlink>
        <a:srgbClr val="954F72"/>
      </a:folHlink>
    </a:clrScheme>
    <a:fontScheme name="Custom 62">
      <a:majorFont>
        <a:latin typeface="Skeena"/>
        <a:ea typeface=""/>
        <a:cs typeface=""/>
      </a:majorFont>
      <a:minorFont>
        <a:latin typeface="Skee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9396286_TF03460514_Win32" id="{477CC41E-76C1-4457-8534-FF93B790C5F8}" vid="{93DC670D-0A07-4985-9137-B3C54525D606}"/>
    </a:ext>
  </a:extLst>
</a:theme>
</file>

<file path=ppt/theme/theme2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A4F7154-AFAC-4BE7-8A74-7F4B6FC274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E618C13B-9D83-4AF4-B64D-33362D5133F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7ACD96E-49A0-4DA4-A7BB-AC2D887421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Darbinieku orientācijas prezentācija</Template>
  <TotalTime>7</TotalTime>
  <Words>12</Words>
  <Application>Microsoft Office PowerPoint</Application>
  <PresentationFormat>Platekrāna</PresentationFormat>
  <Paragraphs>4</Paragraphs>
  <Slides>1</Slides>
  <Notes>1</Notes>
  <HiddenSlides>0</HiddenSlides>
  <MMClips>0</MMClips>
  <ScaleCrop>false</ScaleCrop>
  <HeadingPairs>
    <vt:vector size="6" baseType="variant">
      <vt:variant>
        <vt:lpstr>Lietotie fonti</vt:lpstr>
      </vt:variant>
      <vt:variant>
        <vt:i4>3</vt:i4>
      </vt:variant>
      <vt:variant>
        <vt:lpstr>Dizains</vt:lpstr>
      </vt:variant>
      <vt:variant>
        <vt:i4>1</vt:i4>
      </vt:variant>
      <vt:variant>
        <vt:lpstr>Slaidu virsraksti</vt:lpstr>
      </vt:variant>
      <vt:variant>
        <vt:i4>1</vt:i4>
      </vt:variant>
    </vt:vector>
  </HeadingPairs>
  <TitlesOfParts>
    <vt:vector size="5" baseType="lpstr">
      <vt:lpstr>Arial</vt:lpstr>
      <vt:lpstr>Calibri</vt:lpstr>
      <vt:lpstr>Times New Roman</vt:lpstr>
      <vt:lpstr>Office dizains</vt:lpstr>
      <vt:lpstr>asasa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hval</dc:creator>
  <cp:lastModifiedBy>hval</cp:lastModifiedBy>
  <cp:revision>5</cp:revision>
  <dcterms:created xsi:type="dcterms:W3CDTF">2026-06-09T16:32:45Z</dcterms:created>
  <dcterms:modified xsi:type="dcterms:W3CDTF">2026-06-09T16:39:50Z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