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4"/>
  </p:notesMasterIdLst>
  <p:handoutMasterIdLst>
    <p:handoutMasterId r:id="rId65"/>
  </p:handoutMasterIdLst>
  <p:sldIdLst>
    <p:sldId id="256" r:id="rId5"/>
    <p:sldId id="285" r:id="rId6"/>
    <p:sldId id="257" r:id="rId7"/>
    <p:sldId id="286" r:id="rId8"/>
    <p:sldId id="287" r:id="rId9"/>
    <p:sldId id="316" r:id="rId10"/>
    <p:sldId id="318" r:id="rId11"/>
    <p:sldId id="317" r:id="rId12"/>
    <p:sldId id="288" r:id="rId13"/>
    <p:sldId id="258" r:id="rId14"/>
    <p:sldId id="292" r:id="rId15"/>
    <p:sldId id="294" r:id="rId16"/>
    <p:sldId id="289" r:id="rId17"/>
    <p:sldId id="293" r:id="rId18"/>
    <p:sldId id="296" r:id="rId19"/>
    <p:sldId id="297" r:id="rId20"/>
    <p:sldId id="298" r:id="rId21"/>
    <p:sldId id="299" r:id="rId22"/>
    <p:sldId id="300" r:id="rId23"/>
    <p:sldId id="301" r:id="rId24"/>
    <p:sldId id="259" r:id="rId25"/>
    <p:sldId id="310" r:id="rId26"/>
    <p:sldId id="305" r:id="rId27"/>
    <p:sldId id="308" r:id="rId28"/>
    <p:sldId id="309" r:id="rId29"/>
    <p:sldId id="306" r:id="rId30"/>
    <p:sldId id="307" r:id="rId31"/>
    <p:sldId id="311" r:id="rId32"/>
    <p:sldId id="314" r:id="rId33"/>
    <p:sldId id="315" r:id="rId34"/>
    <p:sldId id="312" r:id="rId35"/>
    <p:sldId id="313" r:id="rId36"/>
    <p:sldId id="302" r:id="rId37"/>
    <p:sldId id="304" r:id="rId38"/>
    <p:sldId id="261" r:id="rId39"/>
    <p:sldId id="262" r:id="rId40"/>
    <p:sldId id="263" r:id="rId41"/>
    <p:sldId id="264" r:id="rId42"/>
    <p:sldId id="265" r:id="rId43"/>
    <p:sldId id="266" r:id="rId44"/>
    <p:sldId id="267" r:id="rId45"/>
    <p:sldId id="268" r:id="rId46"/>
    <p:sldId id="269" r:id="rId47"/>
    <p:sldId id="270" r:id="rId48"/>
    <p:sldId id="271" r:id="rId49"/>
    <p:sldId id="272" r:id="rId50"/>
    <p:sldId id="273" r:id="rId51"/>
    <p:sldId id="274" r:id="rId52"/>
    <p:sldId id="275" r:id="rId53"/>
    <p:sldId id="276" r:id="rId54"/>
    <p:sldId id="277" r:id="rId55"/>
    <p:sldId id="278" r:id="rId56"/>
    <p:sldId id="279" r:id="rId57"/>
    <p:sldId id="280" r:id="rId58"/>
    <p:sldId id="281" r:id="rId59"/>
    <p:sldId id="282" r:id="rId60"/>
    <p:sldId id="283" r:id="rId61"/>
    <p:sldId id="284" r:id="rId62"/>
    <p:sldId id="303" r:id="rId63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commentAuthors" Target="commentAuthor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notesMaster" Target="notesMasters/notesMaster1.xml"/><Relationship Id="rId69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13.06.2026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13.06.2026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15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16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CACDF-7F7C-442E-9DFB-E489066CA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E4260F9B-C754-D99B-6E83-A99835A78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53999A0-7659-6688-8B72-C46F3F2B4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FF6169D-CB3B-92FB-9755-75614CA10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17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05614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99C26-AA1A-832F-B612-31260BFFD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3D1165B-62A5-F41D-09F1-30A6D823B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C055D6-B6FC-537C-482A-931AC3A1A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715DF975-3125-514B-E1F4-9E7865E9A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0279262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930-8D63-A32D-FEA4-0D697A48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6DA483C0-3C64-0998-EAD7-D6B77EF7B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B54CD5-C04F-EF34-DAFB-BACC1D661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0011610-96E2-6E6B-8EFA-AD7E8B490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19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8407451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4FDC1-56B2-7CD6-6C22-6E01089C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9ACBD00D-7969-1BD4-25CA-84EC46455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64B99A90-7B38-2E3E-3288-674A1F45E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B287A409-360C-E73A-1634-8EADC7722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061376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 lnSpcReduction="10000"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Galvenā izvēlne: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Ierīču anotācijas;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Projekta anotācija;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līmeņu atlases ainu.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Līmeņu atlase: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 ar līmeņu punktiem;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indikatori (slēgts, pieejams);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Līmeņa informācija;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Pārvirze uz spēles laukuma ainu.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8BFA-0E00-F4BA-34CF-242E2FD98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2CE4CBE-B0AF-B871-E93E-9207146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EB53C3-9106-0B90-DF39-17B6B80ECED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Kartes komponente: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Zemes, objektu un dekorāciju slānis;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Kamera;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Kartes datu ielādēšana un glabāšana.</a:t>
            </a:r>
          </a:p>
          <a:p>
            <a:pPr marL="2057400" lvl="3" indent="-457200"/>
            <a:r>
              <a:rPr lang="lv-LV" sz="2800" dirty="0">
                <a:solidFill>
                  <a:schemeClr val="bg1"/>
                </a:solidFill>
              </a:rPr>
              <a:t>Informācijas vākšana: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Atlikušais laiks;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Iznīcināmie mērķi.</a:t>
            </a:r>
            <a:endParaRPr lang="lv-LV" sz="28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01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BA1C7-8DE1-11D2-6C36-CB20E05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189D117-81C3-CB32-F4DE-F67D3051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52FD5A-17B1-E6A9-F5B5-9B9A43422BE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laukums:</a:t>
            </a:r>
          </a:p>
          <a:p>
            <a:pPr marL="2057400" lvl="3" indent="-457200"/>
            <a:r>
              <a:rPr lang="lv-LV" sz="2600" dirty="0">
                <a:solidFill>
                  <a:schemeClr val="bg1"/>
                </a:solidFill>
              </a:rPr>
              <a:t>Kartes objekti: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Ierīces un tās lādiņi;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Regulējams traverss, augstums un šaušanas reizes;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</a:rPr>
              <a:t>Ierīču izšaušana;</a:t>
            </a:r>
          </a:p>
          <a:p>
            <a:pPr marL="2971800" lvl="5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Lādiņa ballistika un detonācija daļēji ataino fizikas likumus.</a:t>
            </a:r>
          </a:p>
          <a:p>
            <a:pPr marL="2514600" lvl="4" indent="-457200"/>
            <a:r>
              <a:rPr lang="lv-LV" sz="2800" dirty="0">
                <a:solidFill>
                  <a:schemeClr val="bg1"/>
                </a:solidFill>
              </a:rPr>
              <a:t>Mūri;</a:t>
            </a:r>
          </a:p>
        </p:txBody>
      </p:sp>
    </p:spTree>
    <p:extLst>
      <p:ext uri="{BB962C8B-B14F-4D97-AF65-F5344CB8AC3E}">
        <p14:creationId xmlns:p14="http://schemas.microsoft.com/office/powerpoint/2010/main" val="24537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A983-0DF5-BB42-9353-EF1F33A4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D1691C1-DCD7-0E2D-475F-A4FC7CB9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ED4EC0E-1824-216C-D519-72490E661C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Regulējami iestatījumi: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Skaļum</a:t>
            </a:r>
            <a:r>
              <a:rPr lang="lv-LV" sz="2800" dirty="0">
                <a:solidFill>
                  <a:schemeClr val="bg1"/>
                </a:solidFill>
              </a:rPr>
              <a:t>u iestatījumi;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Logu izmēra iestatījumi.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Progresa saglabāšana;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2D vide;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Viegli pārskatāma lietotāja </a:t>
            </a:r>
            <a:r>
              <a:rPr lang="lv-LV" sz="2800" dirty="0" err="1">
                <a:solidFill>
                  <a:schemeClr val="bg1"/>
                </a:solidFill>
              </a:rPr>
              <a:t>saskarne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Palaižama zemas veiktspējas datorsistēmās.</a:t>
            </a:r>
          </a:p>
        </p:txBody>
      </p:sp>
    </p:spTree>
    <p:extLst>
      <p:ext uri="{BB962C8B-B14F-4D97-AF65-F5344CB8AC3E}">
        <p14:creationId xmlns:p14="http://schemas.microsoft.com/office/powerpoint/2010/main" val="4232601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Izklaide: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Vienkāršas spēles noteikumi;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Fantastisks sižets.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Izglītība: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Mehānikas fizika;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Ballistika;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(Vienkāršotas) topogrāfija.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C#: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Sistēmas programmēšanas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atbalstītā valoda.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Godot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Piemērota neliela apjoma projektiem;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Optimizēta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Ātri apgūstama.</a:t>
            </a:r>
          </a:p>
          <a:p>
            <a:pPr marL="1143000" lvl="1" indent="-457200"/>
            <a:endParaRPr lang="lv-LV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Izmantots </a:t>
            </a:r>
            <a:r>
              <a:rPr lang="lv-LV" sz="2800" i="1" dirty="0" err="1"/>
              <a:t>git</a:t>
            </a:r>
            <a:r>
              <a:rPr lang="lv-LV" sz="2800" dirty="0"/>
              <a:t> versiju kontroles rīks;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Repozitorijas</a:t>
            </a:r>
            <a:r>
              <a:rPr lang="lv-LV" sz="2800" dirty="0"/>
              <a:t> mitināšanai izmantos </a:t>
            </a:r>
            <a:r>
              <a:rPr lang="lv-LV" sz="2800" i="1" dirty="0" err="1"/>
              <a:t>GitHub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Lielām izmaiņām, piemēram, </a:t>
            </a:r>
            <a:r>
              <a:rPr lang="lv-LV" sz="2800" dirty="0" err="1"/>
              <a:t>galvenām</a:t>
            </a:r>
            <a:r>
              <a:rPr lang="lv-LV" sz="2800" dirty="0"/>
              <a:t> funkcionalitātēm, tiks veikti sazarojumi un saplūšana;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 tikai projekta </a:t>
            </a:r>
            <a:r>
              <a:rPr lang="lv-LV" sz="2800" dirty="0" err="1"/>
              <a:t>avotkods</a:t>
            </a:r>
            <a:r>
              <a:rPr lang="lv-LV" sz="2800" dirty="0"/>
              <a:t>, arī dokumentācija tiks glabāta repozitorijā.</a:t>
            </a:r>
          </a:p>
        </p:txBody>
      </p:sp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GDScript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valoda;</a:t>
            </a:r>
          </a:p>
          <a:p>
            <a:pPr marL="1143000" lvl="1" indent="-457200"/>
            <a:r>
              <a:rPr lang="lv-LV" sz="2800" dirty="0" err="1">
                <a:solidFill>
                  <a:schemeClr val="bg1"/>
                </a:solidFill>
              </a:rPr>
              <a:t>Intepretētā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Nav visas OOP funkcionalitātes.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C++: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Arī </a:t>
            </a:r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atbalstīta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Kompilētā;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Daudz un sarežģītas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Unreal</a:t>
            </a:r>
            <a:r>
              <a:rPr lang="lv-LV" sz="2800" i="1" dirty="0"/>
              <a:t> </a:t>
            </a:r>
            <a:r>
              <a:rPr lang="lv-LV" sz="2800" i="1" dirty="0" err="1"/>
              <a:t>Engine</a:t>
            </a:r>
            <a:r>
              <a:rPr lang="lv-LV" sz="2800" i="1" dirty="0"/>
              <a:t>, </a:t>
            </a:r>
            <a:r>
              <a:rPr lang="lv-LV" sz="2800" i="1" dirty="0" err="1"/>
              <a:t>CryEngine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Pielāgots 3D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Apgūšana sarežģītāka.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Unity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Izmantojama salīdzinoši zemākām veiktspējas datorsistēmām;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Pielāgojama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Vieglāk apgūstama;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Neviens no </a:t>
            </a:r>
            <a:r>
              <a:rPr lang="lv-LV" sz="2800"/>
              <a:t>dziņiem nav brīvprogrammatūras licencēšana.</a:t>
            </a:r>
            <a:endParaRPr lang="lv-LV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E95C8-B063-7BB3-19C2-E6635F0E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C44E34C-5C6D-B394-F7F4-862531CB0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FF01FF8-BAFE-30EB-2C1A-B770236224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5987025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CFD-6602-678D-67AC-97B4BC15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A2C4A8E-EDAF-043E-4E4F-2E50C169B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3DFA2E0-5EEE-50B7-A8FA-FE067EA8D4F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775688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9C4C-F100-1901-7490-07E64FEC4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3976F73-AC8D-F394-0807-322E24A9C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Ierīces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4AA22E2D-7C64-D0FF-EE86-4396360C759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930890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09135-1AD9-7FC6-20F9-9E899A61C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B0BCAAA-9DF4-E664-DECF-284788982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Lādiņi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BD67D1B-3B90-5730-77F8-335AE654B9E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656115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Augstuma, traversa leņķa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Piegādes ierobežojumi;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Lādiņa īpašības.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Pretestība un vilces aprēķini; 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Detonācijas rādiusi.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Ierīces atkārtotā uguņošana;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Sekošana.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9A752-E90C-4BA8-E9E1-F937E873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6F3DEBD-4FE8-D3D1-8D78-1475C28F8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CBC8F78D-0422-2B6E-0EA0-A3388B75703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Individuālo slāņu datu ielādēšana;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kalibrēšana;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Kameras vilkšana kartes laukumā.</a:t>
            </a:r>
          </a:p>
        </p:txBody>
      </p:sp>
    </p:spTree>
    <p:extLst>
      <p:ext uri="{BB962C8B-B14F-4D97-AF65-F5344CB8AC3E}">
        <p14:creationId xmlns:p14="http://schemas.microsoft.com/office/powerpoint/2010/main" val="1005519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C5742-B431-DF26-DDCB-B102DFA24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EB34D54-D8EF-86CD-E12C-35ADB7818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D43C506-5E24-A4A7-4F23-B18F29050C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uguņošanas skaitīšana;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Pārbaudes, vai noteikts skaits tika izšauts no ierīces;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Pēc visu spēlētāja vai pretinieka izšaušanas uz nākamo stadiju.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A4C88A-B144-036E-6D67-7627FC12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9116" y="426109"/>
            <a:ext cx="8402145" cy="57504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46351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F5B-BA7D-BE5C-7E7A-B3475B973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A21BFD5-C42B-C933-054F-B7CD0FE92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6E8EC51A-7E3C-5B9C-501D-FC8BB2230F5E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Katram kartes slānim ielādē savus datus;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Kamera tiek kalibrēta.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28C3EF2A-4391-6E7B-788E-1533871D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603" y="473530"/>
            <a:ext cx="7476951" cy="55994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82707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57F4F-8C08-F903-01AC-238D613B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66205A16-5757-5677-A67B-30DE41994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8F81274D-182F-4EB2-1F65-7BE5765B7161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Kartes slāņu datu ielādēšana;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Slāņu klases mantotājiem atšķiras ielādēšanas metodes.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400" dirty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5950B96-E979-68BE-5AA9-225919800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412" y="899406"/>
            <a:ext cx="5010150" cy="1552575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2CFD94B-64E0-5B4B-F7F4-11558BE97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229" y="3416060"/>
            <a:ext cx="3590925" cy="1971675"/>
          </a:xfrm>
          <a:prstGeom prst="rect">
            <a:avLst/>
          </a:prstGeom>
        </p:spPr>
      </p:pic>
      <p:sp>
        <p:nvSpPr>
          <p:cNvPr id="8" name="Teksta vietturis 15">
            <a:extLst>
              <a:ext uri="{FF2B5EF4-FFF2-40B4-BE49-F238E27FC236}">
                <a16:creationId xmlns:a16="http://schemas.microsoft.com/office/drawing/2014/main" id="{068C3CA5-3058-DEC2-287C-0295946C8AD1}"/>
              </a:ext>
            </a:extLst>
          </p:cNvPr>
          <p:cNvSpPr txBox="1">
            <a:spLocks/>
          </p:cNvSpPr>
          <p:nvPr/>
        </p:nvSpPr>
        <p:spPr>
          <a:xfrm>
            <a:off x="3647985" y="995759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GroundLayer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7B7C6628-2FA9-B6FE-FBE2-34E5E8328E5D}"/>
              </a:ext>
            </a:extLst>
          </p:cNvPr>
          <p:cNvSpPr txBox="1">
            <a:spLocks/>
          </p:cNvSpPr>
          <p:nvPr/>
        </p:nvSpPr>
        <p:spPr>
          <a:xfrm>
            <a:off x="3647984" y="4012866"/>
            <a:ext cx="2983303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EntityLayer</a:t>
            </a:r>
            <a:r>
              <a:rPr lang="lv-LV" sz="2400" i="1" dirty="0"/>
              <a:t>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i="1" dirty="0" err="1"/>
              <a:t>DecorationLayer</a:t>
            </a:r>
            <a:endParaRPr lang="lv-LV" sz="2400" i="1" dirty="0"/>
          </a:p>
        </p:txBody>
      </p:sp>
    </p:spTree>
    <p:extLst>
      <p:ext uri="{BB962C8B-B14F-4D97-AF65-F5344CB8AC3E}">
        <p14:creationId xmlns:p14="http://schemas.microsoft.com/office/powerpoint/2010/main" val="18285246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CAE67-9D65-267E-594B-6862B5C7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0E5A285-6D16-72AE-29C0-61CDD4A8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C4E27931-925B-2553-0866-CBA705998A5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Iegūts kameras kalibrēšanas slāņa izmērs;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Pēc režģa izmēriem aprēķina kameras ierobežojumus.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8D7B762-EF64-05D7-B099-A9A64F524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65855" y="1172921"/>
            <a:ext cx="7885347" cy="42530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05010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F150-8E70-543F-AA5D-C895DFAB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1D15C0-B40C-F890-C39B-EF4B3387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1FA843DA-1B2E-BA05-26AF-8A060FF58028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Iegūst peles ievades datus vilkšanas laikā;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Ar ievades datiem ierobežo kameras novietojumu.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31D61CC5-64C8-ED34-FF6D-80F1A15039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91457" y="323713"/>
            <a:ext cx="7235701" cy="62105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712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1388</TotalTime>
  <Words>1256</Words>
  <Application>Microsoft Office PowerPoint</Application>
  <PresentationFormat>Platekrāna</PresentationFormat>
  <Paragraphs>279</Paragraphs>
  <Slides>59</Slides>
  <Notes>9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59</vt:i4>
      </vt:variant>
    </vt:vector>
  </HeadingPairs>
  <TitlesOfParts>
    <vt:vector size="63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Vispārīgās prasības</vt:lpstr>
      <vt:lpstr>Vispārīgās prasības</vt:lpstr>
      <vt:lpstr>Vispārīgās prasības</vt:lpstr>
      <vt:lpstr>Vispārīgās prasības</vt:lpstr>
      <vt:lpstr>Lietotāja rakstura iezīmes</vt:lpstr>
      <vt:lpstr>Izstrādes soļi</vt:lpstr>
      <vt:lpstr>Izstrādes rīki un valodas</vt:lpstr>
      <vt:lpstr>Versiju kontrole</vt:lpstr>
      <vt:lpstr>Iespējamās alternatīvas – Valoda</vt:lpstr>
      <vt:lpstr>Iespējamās alternatīvas – Dzinis</vt:lpstr>
      <vt:lpstr>Modeļi – Sistēmas pārvaldnieks</vt:lpstr>
      <vt:lpstr>Modeļi – Ainas</vt:lpstr>
      <vt:lpstr>Modeļi – Karte</vt:lpstr>
      <vt:lpstr>Modeļi – Kartes objekti</vt:lpstr>
      <vt:lpstr>Modeļi – Ierīces</vt:lpstr>
      <vt:lpstr>Modeļi – Lādiņi</vt:lpstr>
      <vt:lpstr>Kodu priekšskatījumi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Kartes komponente</vt:lpstr>
      <vt:lpstr>Kods – Kartes komponente</vt:lpstr>
      <vt:lpstr>Kods – Kartes komponente</vt:lpstr>
      <vt:lpstr>Kods – Kartes komponente</vt:lpstr>
      <vt:lpstr>Kods – Kartes komponente</vt:lpstr>
      <vt:lpstr>Ainas priekšskatījumi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Secinājumi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201</cp:revision>
  <dcterms:created xsi:type="dcterms:W3CDTF">2026-06-09T16:32:45Z</dcterms:created>
  <dcterms:modified xsi:type="dcterms:W3CDTF">2026-06-13T14:13:26Z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