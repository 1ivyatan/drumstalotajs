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8"/>
  </p:notesMasterIdLst>
  <p:handoutMasterIdLst>
    <p:handoutMasterId r:id="rId39"/>
  </p:handoutMasterIdLst>
  <p:sldIdLst>
    <p:sldId id="256" r:id="rId5"/>
    <p:sldId id="285" r:id="rId6"/>
    <p:sldId id="257" r:id="rId7"/>
    <p:sldId id="286" r:id="rId8"/>
    <p:sldId id="317" r:id="rId9"/>
    <p:sldId id="288" r:id="rId10"/>
    <p:sldId id="258" r:id="rId11"/>
    <p:sldId id="292" r:id="rId12"/>
    <p:sldId id="294" r:id="rId13"/>
    <p:sldId id="296" r:id="rId14"/>
    <p:sldId id="323" r:id="rId15"/>
    <p:sldId id="324" r:id="rId16"/>
    <p:sldId id="325" r:id="rId17"/>
    <p:sldId id="327" r:id="rId18"/>
    <p:sldId id="329" r:id="rId19"/>
    <p:sldId id="335" r:id="rId20"/>
    <p:sldId id="259" r:id="rId21"/>
    <p:sldId id="305" r:id="rId22"/>
    <p:sldId id="308" r:id="rId23"/>
    <p:sldId id="309" r:id="rId24"/>
    <p:sldId id="320" r:id="rId25"/>
    <p:sldId id="306" r:id="rId26"/>
    <p:sldId id="315" r:id="rId27"/>
    <p:sldId id="338" r:id="rId28"/>
    <p:sldId id="339" r:id="rId29"/>
    <p:sldId id="340" r:id="rId30"/>
    <p:sldId id="341" r:id="rId31"/>
    <p:sldId id="303" r:id="rId32"/>
    <p:sldId id="302" r:id="rId33"/>
    <p:sldId id="304" r:id="rId34"/>
    <p:sldId id="267" r:id="rId35"/>
    <p:sldId id="274" r:id="rId36"/>
    <p:sldId id="275" r:id="rId37"/>
  </p:sldIdLst>
  <p:sldSz cx="12192000" cy="6858000"/>
  <p:notesSz cx="6858000" cy="9144000"/>
  <p:defaultTextStyle>
    <a:defPPr rtl="0">
      <a:defRPr lang="lv-L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6" name="Autors" initials="A" lastIdx="0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Vidējs stils 2 - izcēlum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Vidējs stils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7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commentAuthors" Target="commentAuthors.xml"/><Relationship Id="rId45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>
            <a:extLst>
              <a:ext uri="{FF2B5EF4-FFF2-40B4-BE49-F238E27FC236}">
                <a16:creationId xmlns:a16="http://schemas.microsoft.com/office/drawing/2014/main" id="{9B5B42BD-8D3B-4B09-9029-8C63687D5D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3" name="Datuma vietturis 2">
            <a:extLst>
              <a:ext uri="{FF2B5EF4-FFF2-40B4-BE49-F238E27FC236}">
                <a16:creationId xmlns:a16="http://schemas.microsoft.com/office/drawing/2014/main" id="{1E2EC764-34EA-4620-8CF9-F605D96BC3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340BE89-99F8-4DEA-A196-98AA103604A9}" type="datetime1">
              <a:rPr lang="lv-LV" smtClean="0"/>
              <a:t>14.06.2026</a:t>
            </a:fld>
            <a:endParaRPr lang="lv-LV"/>
          </a:p>
        </p:txBody>
      </p:sp>
      <p:sp>
        <p:nvSpPr>
          <p:cNvPr id="4" name="Kājenes vietturis 3">
            <a:extLst>
              <a:ext uri="{FF2B5EF4-FFF2-40B4-BE49-F238E27FC236}">
                <a16:creationId xmlns:a16="http://schemas.microsoft.com/office/drawing/2014/main" id="{3C1FA7CC-A0A2-4292-AA1A-FFA1D3AC968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/>
          </a:p>
        </p:txBody>
      </p:sp>
      <p:sp>
        <p:nvSpPr>
          <p:cNvPr id="5" name="Slaida numura vietturis 4">
            <a:extLst>
              <a:ext uri="{FF2B5EF4-FFF2-40B4-BE49-F238E27FC236}">
                <a16:creationId xmlns:a16="http://schemas.microsoft.com/office/drawing/2014/main" id="{36C9D8F1-C311-48E0-A5EA-6AC70E14D0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F827EC1-36E0-417D-8141-8D14DF1BDFD9}" type="slidenum">
              <a:rPr lang="lv-LV" smtClean="0"/>
              <a:t>‹#›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6458522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alvenes vietturis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3" name="Datuma vietturis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AA59361-939B-4603-8A5C-F5C08C81B8CD}" type="datetime1">
              <a:rPr lang="lv-LV" noProof="0" smtClean="0"/>
              <a:t>14.06.2026</a:t>
            </a:fld>
            <a:endParaRPr lang="lv-LV" noProof="0"/>
          </a:p>
        </p:txBody>
      </p:sp>
      <p:sp>
        <p:nvSpPr>
          <p:cNvPr id="4" name="Slaida attēla vietturi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lv-LV" noProof="0"/>
          </a:p>
        </p:txBody>
      </p:sp>
      <p:sp>
        <p:nvSpPr>
          <p:cNvPr id="5" name="Piezīmju vietturi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6" name="Kājenes vietturis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lv-LV" noProof="0"/>
          </a:p>
        </p:txBody>
      </p:sp>
      <p:sp>
        <p:nvSpPr>
          <p:cNvPr id="7" name="Slaida numura vietturis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35BAF473-2665-42A7-89E3-C7BA7EB58D12}" type="slidenum">
              <a:rPr lang="lv-LV" noProof="0" smtClean="0"/>
              <a:t>‹#›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6935489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lv-LV"/>
          </a:p>
        </p:txBody>
      </p:sp>
      <p:sp>
        <p:nvSpPr>
          <p:cNvPr id="4" name="Slaida numura vietturis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35BAF473-2665-42A7-89E3-C7BA7EB58D12}" type="slidenum">
              <a:rPr lang="lv-LV" smtClean="0"/>
              <a:t>1</a:t>
            </a:fld>
            <a:endParaRPr lang="lv-LV"/>
          </a:p>
        </p:txBody>
      </p:sp>
    </p:spTree>
    <p:extLst>
      <p:ext uri="{BB962C8B-B14F-4D97-AF65-F5344CB8AC3E}">
        <p14:creationId xmlns:p14="http://schemas.microsoft.com/office/powerpoint/2010/main" val="18333973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367FD-2D90-C703-C103-23ABF77BC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84FD1BC7-DE19-3FF7-24CB-430DE0DD4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D41B953C-080C-D504-3E9C-87A56AF264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68993DA4-A442-5263-81E2-1A36761E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10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9813190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62A9C-E682-EB43-2618-CA07E2C43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aida attēla vietturis 1">
            <a:extLst>
              <a:ext uri="{FF2B5EF4-FFF2-40B4-BE49-F238E27FC236}">
                <a16:creationId xmlns:a16="http://schemas.microsoft.com/office/drawing/2014/main" id="{7D9A87DB-EB3B-286D-FB03-50D0FAC702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iezīmju vietturis 2">
            <a:extLst>
              <a:ext uri="{FF2B5EF4-FFF2-40B4-BE49-F238E27FC236}">
                <a16:creationId xmlns:a16="http://schemas.microsoft.com/office/drawing/2014/main" id="{95FD26DB-D9FA-0903-9363-1C59909239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v-LV" dirty="0"/>
          </a:p>
        </p:txBody>
      </p:sp>
      <p:sp>
        <p:nvSpPr>
          <p:cNvPr id="4" name="Slaida numura vietturis 3">
            <a:extLst>
              <a:ext uri="{FF2B5EF4-FFF2-40B4-BE49-F238E27FC236}">
                <a16:creationId xmlns:a16="http://schemas.microsoft.com/office/drawing/2014/main" id="{3657B54F-439B-2414-3DCC-B6B6CB093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35BAF473-2665-42A7-89E3-C7BA7EB58D12}" type="slidenum">
              <a:rPr lang="lv-LV" noProof="0" smtClean="0"/>
              <a:t>16</a:t>
            </a:fld>
            <a:endParaRPr lang="lv-LV" noProof="0"/>
          </a:p>
        </p:txBody>
      </p:sp>
    </p:spTree>
    <p:extLst>
      <p:ext uri="{BB962C8B-B14F-4D97-AF65-F5344CB8AC3E}">
        <p14:creationId xmlns:p14="http://schemas.microsoft.com/office/powerpoint/2010/main" val="1787792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Virsrakst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8610600" y="0"/>
            <a:ext cx="35814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465970"/>
            <a:ext cx="5739882" cy="2387600"/>
          </a:xfrm>
        </p:spPr>
        <p:txBody>
          <a:bodyPr rtlCol="0" anchor="b">
            <a:normAutofit/>
          </a:bodyPr>
          <a:lstStyle>
            <a:lvl1pPr algn="l">
              <a:defRPr sz="54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5159827"/>
            <a:ext cx="5739882" cy="783773"/>
          </a:xfrm>
        </p:spPr>
        <p:txBody>
          <a:bodyPr rtlCol="0"/>
          <a:lstStyle>
            <a:lvl1pPr marL="0" indent="0" algn="l">
              <a:buNone/>
              <a:defRPr sz="24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2595562"/>
            <a:ext cx="5684520" cy="3181034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38404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0" y="3840480"/>
            <a:ext cx="4175760" cy="20878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0" y="5928360"/>
            <a:ext cx="4175760" cy="929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Slaida numura vietturis 6">
            <a:extLst>
              <a:ext uri="{FF2B5EF4-FFF2-40B4-BE49-F238E27FC236}">
                <a16:creationId xmlns:a16="http://schemas.microsoft.com/office/drawing/2014/main" id="{0D2AF818-9E4C-485A-8EA3-3BD5917D5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1645874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div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822325"/>
            <a:ext cx="568452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38200" y="2595562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 smtClean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8016240" y="0"/>
            <a:ext cx="2401389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10417629" y="0"/>
            <a:ext cx="177437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Taisnstūris 12">
            <a:extLst>
              <a:ext uri="{FF2B5EF4-FFF2-40B4-BE49-F238E27FC236}">
                <a16:creationId xmlns:a16="http://schemas.microsoft.com/office/drawing/2014/main" id="{B54E59D1-0F68-4FA3-944D-63FCD442DA66}"/>
              </a:ext>
            </a:extLst>
          </p:cNvPr>
          <p:cNvSpPr/>
          <p:nvPr userDrawn="1"/>
        </p:nvSpPr>
        <p:spPr>
          <a:xfrm flipV="1">
            <a:off x="11800114" y="0"/>
            <a:ext cx="391886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Satura vietturis 2">
            <a:extLst>
              <a:ext uri="{FF2B5EF4-FFF2-40B4-BE49-F238E27FC236}">
                <a16:creationId xmlns:a16="http://schemas.microsoft.com/office/drawing/2014/main" id="{620C3808-5997-40A2-83EF-E2136C52EFE1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838200" y="4529818"/>
            <a:ext cx="5684520" cy="441552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800" b="1" kern="1200" dirty="0">
                <a:solidFill>
                  <a:schemeClr val="accent2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lv-LV" noProof="0"/>
              <a:t>Noklikšķiniet, lai rediģētu šablona tekstu stilus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EAD9A34D-2599-4944-8F4B-6953690367E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838200" y="3040514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Satura vietturis 2">
            <a:extLst>
              <a:ext uri="{FF2B5EF4-FFF2-40B4-BE49-F238E27FC236}">
                <a16:creationId xmlns:a16="http://schemas.microsoft.com/office/drawing/2014/main" id="{4D123A04-698E-4E6B-BB2C-C4FCA2CFBB9A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838200" y="4993888"/>
            <a:ext cx="5684520" cy="1106942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6CF1EF3-47EB-0FC8-C471-9E4606A593A5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>
                <a:solidFill>
                  <a:schemeClr val="bg1"/>
                </a:solidFill>
              </a:rPr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5682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četri satura blok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C2A3DF3F-0A0C-4018-A9D5-6DE43170F37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024742" y="822325"/>
            <a:ext cx="9329058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B2E9ED8E-C27B-434B-BABA-E66DF12C503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024742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CA9EBAE4-D52F-453F-8270-8B6E097489BF}"/>
              </a:ext>
            </a:extLst>
          </p:cNvPr>
          <p:cNvSpPr/>
          <p:nvPr userDrawn="1"/>
        </p:nvSpPr>
        <p:spPr>
          <a:xfrm>
            <a:off x="0" y="-1"/>
            <a:ext cx="674914" cy="68579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E9FC540D-D53A-486F-96EA-3488254DA8F1}"/>
              </a:ext>
            </a:extLst>
          </p:cNvPr>
          <p:cNvSpPr/>
          <p:nvPr userDrawn="1"/>
        </p:nvSpPr>
        <p:spPr>
          <a:xfrm flipV="1">
            <a:off x="674914" y="0"/>
            <a:ext cx="67491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Satura vietturis 2">
            <a:extLst>
              <a:ext uri="{FF2B5EF4-FFF2-40B4-BE49-F238E27FC236}">
                <a16:creationId xmlns:a16="http://schemas.microsoft.com/office/drawing/2014/main" id="{AA5699F8-E412-4D90-AD9E-5A933F03D673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019111" y="259556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5" name="Satura vietturis 2">
            <a:extLst>
              <a:ext uri="{FF2B5EF4-FFF2-40B4-BE49-F238E27FC236}">
                <a16:creationId xmlns:a16="http://schemas.microsoft.com/office/drawing/2014/main" id="{3C6CD4EE-A2DF-4227-8E8E-061E1811B311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2024742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Satura vietturis 2">
            <a:extLst>
              <a:ext uri="{FF2B5EF4-FFF2-40B4-BE49-F238E27FC236}">
                <a16:creationId xmlns:a16="http://schemas.microsoft.com/office/drawing/2014/main" id="{2BD7E863-25A7-4713-A3A0-9A5F432FE00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7019111" y="4446132"/>
            <a:ext cx="4334689" cy="474211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7" name="Satura vietturis 2">
            <a:extLst>
              <a:ext uri="{FF2B5EF4-FFF2-40B4-BE49-F238E27FC236}">
                <a16:creationId xmlns:a16="http://schemas.microsoft.com/office/drawing/2014/main" id="{13EEC52D-9939-4E0F-B26E-6287735877FF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2024740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8" name="Satura vietturis 2">
            <a:extLst>
              <a:ext uri="{FF2B5EF4-FFF2-40B4-BE49-F238E27FC236}">
                <a16:creationId xmlns:a16="http://schemas.microsoft.com/office/drawing/2014/main" id="{3F6A9263-89CC-446B-AA55-FA0F0180A706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7019109" y="306977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9" name="Satura vietturis 2">
            <a:extLst>
              <a:ext uri="{FF2B5EF4-FFF2-40B4-BE49-F238E27FC236}">
                <a16:creationId xmlns:a16="http://schemas.microsoft.com/office/drawing/2014/main" id="{73A562DC-F1FD-4766-B507-CC08FBA1EE68}"/>
              </a:ext>
            </a:extLst>
          </p:cNvPr>
          <p:cNvSpPr>
            <a:spLocks noGrp="1"/>
          </p:cNvSpPr>
          <p:nvPr>
            <p:ph idx="15" hasCustomPrompt="1"/>
          </p:nvPr>
        </p:nvSpPr>
        <p:spPr>
          <a:xfrm>
            <a:off x="2024740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0" name="Satura vietturis 2">
            <a:extLst>
              <a:ext uri="{FF2B5EF4-FFF2-40B4-BE49-F238E27FC236}">
                <a16:creationId xmlns:a16="http://schemas.microsoft.com/office/drawing/2014/main" id="{B4A99B91-CC4B-4964-B372-94ED4BB9A772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7019109" y="4920343"/>
            <a:ext cx="4334689" cy="1219201"/>
          </a:xfrm>
        </p:spPr>
        <p:txBody>
          <a:bodyPr rtlCol="0"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2" name="Slaida numura vietturis 6">
            <a:extLst>
              <a:ext uri="{FF2B5EF4-FFF2-40B4-BE49-F238E27FC236}">
                <a16:creationId xmlns:a16="http://schemas.microsoft.com/office/drawing/2014/main" id="{89F224E0-CA88-860E-5908-E4AA40DFBCA8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482153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 un kreisai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Virsraksts 1">
            <a:extLst>
              <a:ext uri="{FF2B5EF4-FFF2-40B4-BE49-F238E27FC236}">
                <a16:creationId xmlns:a16="http://schemas.microsoft.com/office/drawing/2014/main" id="{79BF9015-BE24-42C7-B20B-596FE57DE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73480" y="3864426"/>
            <a:ext cx="5684520" cy="737734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virsrakstu</a:t>
            </a:r>
          </a:p>
        </p:txBody>
      </p:sp>
      <p:sp>
        <p:nvSpPr>
          <p:cNvPr id="8" name="Satura vietturis 2">
            <a:extLst>
              <a:ext uri="{FF2B5EF4-FFF2-40B4-BE49-F238E27FC236}">
                <a16:creationId xmlns:a16="http://schemas.microsoft.com/office/drawing/2014/main" id="{37368391-D103-4780-88AC-9746C035960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73480" y="4879291"/>
            <a:ext cx="5684520" cy="1325563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AA0B4B24-EFFA-49CE-88D9-B8E2ECE17208}"/>
              </a:ext>
            </a:extLst>
          </p:cNvPr>
          <p:cNvSpPr/>
          <p:nvPr userDrawn="1"/>
        </p:nvSpPr>
        <p:spPr>
          <a:xfrm>
            <a:off x="0" y="-1820708"/>
            <a:ext cx="121920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aisnstūris 11">
            <a:extLst>
              <a:ext uri="{FF2B5EF4-FFF2-40B4-BE49-F238E27FC236}">
                <a16:creationId xmlns:a16="http://schemas.microsoft.com/office/drawing/2014/main" id="{A94AD39F-C2DD-4F6A-8AB9-EA5E0024EB1C}"/>
              </a:ext>
            </a:extLst>
          </p:cNvPr>
          <p:cNvSpPr/>
          <p:nvPr userDrawn="1"/>
        </p:nvSpPr>
        <p:spPr>
          <a:xfrm flipV="1">
            <a:off x="8016240" y="0"/>
            <a:ext cx="417576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0EE83AD3-B30F-42CE-99A0-D50CDB9C951F}"/>
              </a:ext>
            </a:extLst>
          </p:cNvPr>
          <p:cNvSpPr/>
          <p:nvPr userDrawn="1"/>
        </p:nvSpPr>
        <p:spPr>
          <a:xfrm>
            <a:off x="8011886" y="1608292"/>
            <a:ext cx="4180114" cy="524970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024AE987-AB2C-B9A0-CE42-5B273FAEE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4643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 ar augšējo apmal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Taisnstūris 3">
            <a:extLst>
              <a:ext uri="{FF2B5EF4-FFF2-40B4-BE49-F238E27FC236}">
                <a16:creationId xmlns:a16="http://schemas.microsoft.com/office/drawing/2014/main" id="{2B217CA4-9423-45D5-AD1D-2415B600F1DD}"/>
              </a:ext>
            </a:extLst>
          </p:cNvPr>
          <p:cNvSpPr/>
          <p:nvPr userDrawn="1"/>
        </p:nvSpPr>
        <p:spPr>
          <a:xfrm>
            <a:off x="0" y="0"/>
            <a:ext cx="12192000" cy="10814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C1DD352D-4AF8-3AAB-893E-15EC13B48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981607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entra tekst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53740" y="1957701"/>
            <a:ext cx="5684520" cy="1305562"/>
          </a:xfrm>
        </p:spPr>
        <p:txBody>
          <a:bodyPr rtlCol="0" anchor="b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253740" y="3429000"/>
            <a:ext cx="5684520" cy="2347596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6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5" name="Taisnstūris 4">
            <a:extLst>
              <a:ext uri="{FF2B5EF4-FFF2-40B4-BE49-F238E27FC236}">
                <a16:creationId xmlns:a16="http://schemas.microsoft.com/office/drawing/2014/main" id="{D7B514D1-FFF2-4784-BC98-5C209566EB25}"/>
              </a:ext>
            </a:extLst>
          </p:cNvPr>
          <p:cNvSpPr/>
          <p:nvPr userDrawn="1"/>
        </p:nvSpPr>
        <p:spPr>
          <a:xfrm>
            <a:off x="0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aisnstūris 6">
            <a:extLst>
              <a:ext uri="{FF2B5EF4-FFF2-40B4-BE49-F238E27FC236}">
                <a16:creationId xmlns:a16="http://schemas.microsoft.com/office/drawing/2014/main" id="{9F775047-FCCD-48A9-AE4B-E4619B3FA069}"/>
              </a:ext>
            </a:extLst>
          </p:cNvPr>
          <p:cNvSpPr/>
          <p:nvPr userDrawn="1"/>
        </p:nvSpPr>
        <p:spPr>
          <a:xfrm>
            <a:off x="10276114" y="0"/>
            <a:ext cx="191588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64FF2452-A8E8-117D-F41A-A5F808B30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55526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Četri satura bloki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0"/>
            <a:ext cx="12192000" cy="198148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7756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36208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4660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311207" y="4553832"/>
            <a:ext cx="2105186" cy="678667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1090200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3935025" y="3080256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779850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625612" y="3079044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5327FEC8-DAA6-D144-4544-A767ECF5CA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2715236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4876800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4876800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3200400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07336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924518" y="21314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60741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919318" y="4874657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6387961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9238736" y="643469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6387961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9233723" y="3385457"/>
            <a:ext cx="1476375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8200" y="4112198"/>
            <a:ext cx="3200400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07336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924518" y="25775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60741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919318" y="5320795"/>
            <a:ext cx="2105186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838201" y="5511642"/>
            <a:ext cx="3200400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1855734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rsraksts, saturs un četri attēli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FBCCBC51-CB80-441C-9628-70A3BFA8C31A}"/>
              </a:ext>
            </a:extLst>
          </p:cNvPr>
          <p:cNvSpPr/>
          <p:nvPr userDrawn="1"/>
        </p:nvSpPr>
        <p:spPr>
          <a:xfrm>
            <a:off x="0" y="3429000"/>
            <a:ext cx="3333919" cy="34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aisnstūris 2">
            <a:extLst>
              <a:ext uri="{FF2B5EF4-FFF2-40B4-BE49-F238E27FC236}">
                <a16:creationId xmlns:a16="http://schemas.microsoft.com/office/drawing/2014/main" id="{E90D749F-1509-46B1-B8ED-3506AC084799}"/>
              </a:ext>
            </a:extLst>
          </p:cNvPr>
          <p:cNvSpPr/>
          <p:nvPr userDrawn="1"/>
        </p:nvSpPr>
        <p:spPr>
          <a:xfrm>
            <a:off x="0" y="1"/>
            <a:ext cx="3333919" cy="3429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7497" y="365125"/>
            <a:ext cx="2718587" cy="2621139"/>
          </a:xfrm>
        </p:spPr>
        <p:txBody>
          <a:bodyPr rtlCol="0" anchor="b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4201447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97E7DC10-1618-471B-9441-C640C7FEDD3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047913" y="21314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3" name="Teksta vietturis 8">
            <a:extLst>
              <a:ext uri="{FF2B5EF4-FFF2-40B4-BE49-F238E27FC236}">
                <a16:creationId xmlns:a16="http://schemas.microsoft.com/office/drawing/2014/main" id="{FDB26B40-5901-4EF0-BCF0-55677E28B176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202197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5" name="Teksta vietturis 8">
            <a:extLst>
              <a:ext uri="{FF2B5EF4-FFF2-40B4-BE49-F238E27FC236}">
                <a16:creationId xmlns:a16="http://schemas.microsoft.com/office/drawing/2014/main" id="{9CB783F5-ED01-464E-9185-F05CFA0E84C4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042713" y="4874657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1" name="Tiešsaistes attēla vietturis 20">
            <a:extLst>
              <a:ext uri="{FF2B5EF4-FFF2-40B4-BE49-F238E27FC236}">
                <a16:creationId xmlns:a16="http://schemas.microsoft.com/office/drawing/2014/main" id="{D25CFAE9-00ED-42E0-BC9A-37BA858979B3}"/>
              </a:ext>
            </a:extLst>
          </p:cNvPr>
          <p:cNvSpPr>
            <a:spLocks noGrp="1"/>
          </p:cNvSpPr>
          <p:nvPr>
            <p:ph type="clipArt" sz="quarter" idx="48"/>
          </p:nvPr>
        </p:nvSpPr>
        <p:spPr>
          <a:xfrm>
            <a:off x="4669109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2" name="Tiešsaistes attēla vietturis 20">
            <a:extLst>
              <a:ext uri="{FF2B5EF4-FFF2-40B4-BE49-F238E27FC236}">
                <a16:creationId xmlns:a16="http://schemas.microsoft.com/office/drawing/2014/main" id="{280D5B0E-3D2E-4146-9670-B596E8EBD129}"/>
              </a:ext>
            </a:extLst>
          </p:cNvPr>
          <p:cNvSpPr>
            <a:spLocks noGrp="1"/>
          </p:cNvSpPr>
          <p:nvPr>
            <p:ph type="clipArt" sz="quarter" idx="49"/>
          </p:nvPr>
        </p:nvSpPr>
        <p:spPr>
          <a:xfrm>
            <a:off x="8515200" y="643469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Lai pievienotu tiešsaistes attēlu, noklikšķiniet uz ikonas</a:t>
            </a:r>
          </a:p>
        </p:txBody>
      </p:sp>
      <p:sp>
        <p:nvSpPr>
          <p:cNvPr id="23" name="Tiešsaistes attēla vietturis 20">
            <a:extLst>
              <a:ext uri="{FF2B5EF4-FFF2-40B4-BE49-F238E27FC236}">
                <a16:creationId xmlns:a16="http://schemas.microsoft.com/office/drawing/2014/main" id="{03D89936-E0D7-4618-9E72-EC1467568C21}"/>
              </a:ext>
            </a:extLst>
          </p:cNvPr>
          <p:cNvSpPr>
            <a:spLocks noGrp="1"/>
          </p:cNvSpPr>
          <p:nvPr>
            <p:ph type="clipArt" sz="quarter" idx="50"/>
          </p:nvPr>
        </p:nvSpPr>
        <p:spPr>
          <a:xfrm>
            <a:off x="4669109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24" name="Tiešsaistes attēla vietturis 20">
            <a:extLst>
              <a:ext uri="{FF2B5EF4-FFF2-40B4-BE49-F238E27FC236}">
                <a16:creationId xmlns:a16="http://schemas.microsoft.com/office/drawing/2014/main" id="{08A2E99E-9F83-4666-BD35-056C88AEBFB1}"/>
              </a:ext>
            </a:extLst>
          </p:cNvPr>
          <p:cNvSpPr>
            <a:spLocks noGrp="1"/>
          </p:cNvSpPr>
          <p:nvPr>
            <p:ph type="clipArt" sz="quarter" idx="51"/>
          </p:nvPr>
        </p:nvSpPr>
        <p:spPr>
          <a:xfrm>
            <a:off x="8510187" y="3385457"/>
            <a:ext cx="2272740" cy="1474788"/>
          </a:xfrm>
        </p:spPr>
        <p:txBody>
          <a:bodyPr rtlCol="0">
            <a:normAutofit/>
          </a:bodyPr>
          <a:lstStyle>
            <a:lvl1pPr>
              <a:defRPr sz="160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Lai pievienotu tiešsaistes attēlu, noklikšķiniet uz ikonas</a:t>
            </a:r>
          </a:p>
        </p:txBody>
      </p:sp>
      <p:sp>
        <p:nvSpPr>
          <p:cNvPr id="5" name="Teksta vietturis 4">
            <a:extLst>
              <a:ext uri="{FF2B5EF4-FFF2-40B4-BE49-F238E27FC236}">
                <a16:creationId xmlns:a16="http://schemas.microsoft.com/office/drawing/2014/main" id="{E8A1CBAE-F2E5-4866-A865-C55E6257349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07497" y="4112198"/>
            <a:ext cx="2718587" cy="1395974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A996B3F-2EC7-495F-920F-B21C55D9428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4201447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1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F06E2A5-B7ED-4E1B-9B77-DFF175FA257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047913" y="25775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2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D12A97F1-04F3-48EA-99B9-030059505D9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202197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3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8884A8E9-B6DB-4ADD-A85B-593F618E457A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042713" y="5320795"/>
            <a:ext cx="3240735" cy="365126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Aizzīme 4</a:t>
            </a:r>
          </a:p>
        </p:txBody>
      </p:sp>
      <p:sp>
        <p:nvSpPr>
          <p:cNvPr id="28" name="Teksta vietturis 4">
            <a:extLst>
              <a:ext uri="{FF2B5EF4-FFF2-40B4-BE49-F238E27FC236}">
                <a16:creationId xmlns:a16="http://schemas.microsoft.com/office/drawing/2014/main" id="{19E1EA5F-9EF0-45C3-94DD-6DF64F4DFA1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307498" y="5511642"/>
            <a:ext cx="2718587" cy="844707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 dirty="0"/>
              <a:t>Noklikšķiniet, lai rediģētu šablona tekstu stilus</a:t>
            </a: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2F156D44-9356-92BC-1A9C-9B5977F17E3C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1773709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76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ganizācijas diagramma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FC626A5-4FF6-42BD-858A-AE4B2C23A6B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695037"/>
            <a:ext cx="4573200" cy="1325563"/>
          </a:xfrm>
        </p:spPr>
        <p:txBody>
          <a:bodyPr rtlCol="0"/>
          <a:lstStyle>
            <a:lvl1pPr algn="l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9" name="Teksta vietturis 8">
            <a:extLst>
              <a:ext uri="{FF2B5EF4-FFF2-40B4-BE49-F238E27FC236}">
                <a16:creationId xmlns:a16="http://schemas.microsoft.com/office/drawing/2014/main" id="{07F18567-9326-411F-BA8D-561D58C7DD91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21635" y="2039382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4" name="Teksta vietturis 8">
            <a:extLst>
              <a:ext uri="{FF2B5EF4-FFF2-40B4-BE49-F238E27FC236}">
                <a16:creationId xmlns:a16="http://schemas.microsoft.com/office/drawing/2014/main" id="{16CC17AD-6E52-42E9-989B-FB086C64DF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5021635" y="2408260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D36B0D72-6C95-4E3A-A679-D94CB154306B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043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7E6E1537-8CF9-4C86-8E25-29BFFDAFDDD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43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8" name="Teksta vietturis 8">
            <a:extLst>
              <a:ext uri="{FF2B5EF4-FFF2-40B4-BE49-F238E27FC236}">
                <a16:creationId xmlns:a16="http://schemas.microsoft.com/office/drawing/2014/main" id="{755E9ED2-721A-416D-AFA6-B57E6B8D8C5D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2757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0DE1C87C-07E3-42FC-9B43-81D789BF794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2757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8556C5D2-9D30-44C4-95EA-DA672356995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471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5" name="Teksta vietturis 8">
            <a:extLst>
              <a:ext uri="{FF2B5EF4-FFF2-40B4-BE49-F238E27FC236}">
                <a16:creationId xmlns:a16="http://schemas.microsoft.com/office/drawing/2014/main" id="{BB8DD76A-44FE-4266-9CE3-FC74ACF61470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471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6" name="Teksta vietturis 8">
            <a:extLst>
              <a:ext uri="{FF2B5EF4-FFF2-40B4-BE49-F238E27FC236}">
                <a16:creationId xmlns:a16="http://schemas.microsoft.com/office/drawing/2014/main" id="{BB7FB830-D9B0-43D8-B279-D8A3831911C7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9615407" y="4758255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7" name="Teksta vietturis 8">
            <a:extLst>
              <a:ext uri="{FF2B5EF4-FFF2-40B4-BE49-F238E27FC236}">
                <a16:creationId xmlns:a16="http://schemas.microsoft.com/office/drawing/2014/main" id="{DA699CE9-2DCD-4D59-B359-D7D3511A215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615407" y="5127133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8" name="Teksta vietturis 8">
            <a:extLst>
              <a:ext uri="{FF2B5EF4-FFF2-40B4-BE49-F238E27FC236}">
                <a16:creationId xmlns:a16="http://schemas.microsoft.com/office/drawing/2014/main" id="{5B0C1AF9-7ECA-4F02-B71D-97228D05B03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329407" y="4770420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9" name="Teksta vietturis 8">
            <a:extLst>
              <a:ext uri="{FF2B5EF4-FFF2-40B4-BE49-F238E27FC236}">
                <a16:creationId xmlns:a16="http://schemas.microsoft.com/office/drawing/2014/main" id="{FE515F87-B08B-4273-9427-B4477D68E33E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329407" y="5139298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cxnSp>
        <p:nvCxnSpPr>
          <p:cNvPr id="5" name="Taisns savienotājs 4">
            <a:extLst>
              <a:ext uri="{FF2B5EF4-FFF2-40B4-BE49-F238E27FC236}">
                <a16:creationId xmlns:a16="http://schemas.microsoft.com/office/drawing/2014/main" id="{02353FBD-19BF-45E4-A6F5-4217CDAAA52E}"/>
              </a:ext>
            </a:extLst>
          </p:cNvPr>
          <p:cNvCxnSpPr/>
          <p:nvPr userDrawn="1"/>
        </p:nvCxnSpPr>
        <p:spPr>
          <a:xfrm>
            <a:off x="1513114" y="3875317"/>
            <a:ext cx="9111343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Taisns savienotājs 46">
            <a:extLst>
              <a:ext uri="{FF2B5EF4-FFF2-40B4-BE49-F238E27FC236}">
                <a16:creationId xmlns:a16="http://schemas.microsoft.com/office/drawing/2014/main" id="{AFAB3CE1-D027-49AE-8023-7D6E330C7E2D}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852057"/>
            <a:ext cx="0" cy="1643743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Taisns savienotājs 48">
            <a:extLst>
              <a:ext uri="{FF2B5EF4-FFF2-40B4-BE49-F238E27FC236}">
                <a16:creationId xmlns:a16="http://schemas.microsoft.com/office/drawing/2014/main" id="{6B59BE6F-06DF-4031-A366-9BF6A53377C4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11592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Taisns savienotājs 53">
            <a:extLst>
              <a:ext uri="{FF2B5EF4-FFF2-40B4-BE49-F238E27FC236}">
                <a16:creationId xmlns:a16="http://schemas.microsoft.com/office/drawing/2014/main" id="{588442AB-AF81-4C81-B0CE-584EE410EB92}"/>
              </a:ext>
            </a:extLst>
          </p:cNvPr>
          <p:cNvCxnSpPr>
            <a:cxnSpLocks/>
          </p:cNvCxnSpPr>
          <p:nvPr userDrawn="1"/>
        </p:nvCxnSpPr>
        <p:spPr>
          <a:xfrm flipV="1">
            <a:off x="1513114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Taisns savienotājs 55">
            <a:extLst>
              <a:ext uri="{FF2B5EF4-FFF2-40B4-BE49-F238E27FC236}">
                <a16:creationId xmlns:a16="http://schemas.microsoft.com/office/drawing/2014/main" id="{35F27884-729D-4CA6-A08A-92EBC733CCB5}"/>
              </a:ext>
            </a:extLst>
          </p:cNvPr>
          <p:cNvCxnSpPr>
            <a:cxnSpLocks/>
          </p:cNvCxnSpPr>
          <p:nvPr userDrawn="1"/>
        </p:nvCxnSpPr>
        <p:spPr>
          <a:xfrm flipV="1">
            <a:off x="3815938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Taisns savienotājs 57">
            <a:extLst>
              <a:ext uri="{FF2B5EF4-FFF2-40B4-BE49-F238E27FC236}">
                <a16:creationId xmlns:a16="http://schemas.microsoft.com/office/drawing/2014/main" id="{A1F7E5A1-BEA5-447F-BED5-E18F7A1D9A37}"/>
              </a:ext>
            </a:extLst>
          </p:cNvPr>
          <p:cNvCxnSpPr>
            <a:cxnSpLocks/>
          </p:cNvCxnSpPr>
          <p:nvPr userDrawn="1"/>
        </p:nvCxnSpPr>
        <p:spPr>
          <a:xfrm flipV="1">
            <a:off x="8381011" y="3872164"/>
            <a:ext cx="0" cy="623636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7B0634AA-605E-B925-50DC-2D1F08B612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3385084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Virsraksts un labās puses saturs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69280" y="2376805"/>
            <a:ext cx="5013960" cy="1325563"/>
          </a:xfrm>
        </p:spPr>
        <p:txBody>
          <a:bodyPr rtlCol="0" anchor="b"/>
          <a:lstStyle>
            <a:lvl1pPr>
              <a:defRPr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Satura vietturis 2">
            <a:extLst>
              <a:ext uri="{FF2B5EF4-FFF2-40B4-BE49-F238E27FC236}">
                <a16:creationId xmlns:a16="http://schemas.microsoft.com/office/drawing/2014/main" id="{BF8F5A6A-E29E-401A-801A-8FD9CAABA7A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69280" y="4150042"/>
            <a:ext cx="5013960" cy="196119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6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 rtl="0"/>
            <a:r>
              <a:rPr lang="lv-LV" noProof="0"/>
              <a:t>Noklikšķiniet, lai rediģētu šablona tekstu stilus</a:t>
            </a:r>
          </a:p>
        </p:txBody>
      </p:sp>
      <p:sp>
        <p:nvSpPr>
          <p:cNvPr id="9" name="Taisnstūris 8">
            <a:extLst>
              <a:ext uri="{FF2B5EF4-FFF2-40B4-BE49-F238E27FC236}">
                <a16:creationId xmlns:a16="http://schemas.microsoft.com/office/drawing/2014/main" id="{29197FF6-6321-41EE-A0C4-DEC0761A3C01}"/>
              </a:ext>
            </a:extLst>
          </p:cNvPr>
          <p:cNvSpPr/>
          <p:nvPr userDrawn="1"/>
        </p:nvSpPr>
        <p:spPr>
          <a:xfrm>
            <a:off x="0" y="0"/>
            <a:ext cx="417576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aisnstūris 10">
            <a:extLst>
              <a:ext uri="{FF2B5EF4-FFF2-40B4-BE49-F238E27FC236}">
                <a16:creationId xmlns:a16="http://schemas.microsoft.com/office/drawing/2014/main" id="{E545EFDD-D97D-44D9-8A6D-0FACEE0964B3}"/>
              </a:ext>
            </a:extLst>
          </p:cNvPr>
          <p:cNvSpPr/>
          <p:nvPr userDrawn="1"/>
        </p:nvSpPr>
        <p:spPr>
          <a:xfrm flipV="1">
            <a:off x="3718560" y="0"/>
            <a:ext cx="4572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Slaida numura vietturis 6">
            <a:extLst>
              <a:ext uri="{FF2B5EF4-FFF2-40B4-BE49-F238E27FC236}">
                <a16:creationId xmlns:a16="http://schemas.microsoft.com/office/drawing/2014/main" id="{DA1CED08-BABA-FDA7-62BB-96493856B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40305030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obeiguma slaid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isnstūris 6">
            <a:extLst>
              <a:ext uri="{FF2B5EF4-FFF2-40B4-BE49-F238E27FC236}">
                <a16:creationId xmlns:a16="http://schemas.microsoft.com/office/drawing/2014/main" id="{A3215B1E-B289-4C56-BCC0-2AB8CF93E2A1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38200" y="2313571"/>
            <a:ext cx="4419600" cy="1659716"/>
          </a:xfrm>
        </p:spPr>
        <p:txBody>
          <a:bodyPr rtlCol="0" anchor="ctr">
            <a:normAutofit/>
          </a:bodyPr>
          <a:lstStyle>
            <a:lvl1pPr algn="ctr">
              <a:defRPr sz="5400"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 dirty="0"/>
              <a:t>Noklikšķiniet, lai rediģētu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2402" y="2348318"/>
            <a:ext cx="2743200" cy="1659715"/>
          </a:xfrm>
        </p:spPr>
        <p:txBody>
          <a:bodyPr rtlCol="0" anchor="ctr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lv-LV" noProof="0"/>
              <a:t>Noklikšķiniet, lai rediģētu šablona apakšvirsraksta stilu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A9A1FAB7-1F83-C249-8FC4-BA7580BD1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>
              <a:defRPr sz="28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9684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daļas galven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isnstūris 7">
            <a:extLst>
              <a:ext uri="{FF2B5EF4-FFF2-40B4-BE49-F238E27FC236}">
                <a16:creationId xmlns:a16="http://schemas.microsoft.com/office/drawing/2014/main" id="{8434EB92-62CF-4273-86A4-59223DABDBB8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aisnstūris 9">
            <a:extLst>
              <a:ext uri="{FF2B5EF4-FFF2-40B4-BE49-F238E27FC236}">
                <a16:creationId xmlns:a16="http://schemas.microsoft.com/office/drawing/2014/main" id="{29A25F60-1F94-4EB8-AECE-53F9C3EBF6AC}"/>
              </a:ext>
            </a:extLst>
          </p:cNvPr>
          <p:cNvSpPr/>
          <p:nvPr userDrawn="1"/>
        </p:nvSpPr>
        <p:spPr>
          <a:xfrm>
            <a:off x="0" y="6509657"/>
            <a:ext cx="12192000" cy="3483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lv-LV" noProof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Virsraksts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3429000"/>
            <a:ext cx="10515600" cy="3080657"/>
          </a:xfrm>
        </p:spPr>
        <p:txBody>
          <a:bodyPr rtlCol="0" anchor="ctr"/>
          <a:lstStyle>
            <a:lvl1pPr>
              <a:defRPr sz="60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mandas slaids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 algn="ctr">
              <a:defRPr b="1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6" name="Attēla vietturis 15">
            <a:extLst>
              <a:ext uri="{FF2B5EF4-FFF2-40B4-BE49-F238E27FC236}">
                <a16:creationId xmlns:a16="http://schemas.microsoft.com/office/drawing/2014/main" id="{A74BA5A7-7918-4C65-BAAB-14B3A1E2B4E4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152161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  <a:endParaRPr lang="lv-LV" noProof="0" dirty="0"/>
          </a:p>
        </p:txBody>
      </p:sp>
      <p:sp>
        <p:nvSpPr>
          <p:cNvPr id="7" name="Attēla vietturis 15">
            <a:extLst>
              <a:ext uri="{FF2B5EF4-FFF2-40B4-BE49-F238E27FC236}">
                <a16:creationId xmlns:a16="http://schemas.microsoft.com/office/drawing/2014/main" id="{0C5DF728-AFC5-467F-86BF-45BBD7787257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407938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8" name="Attēla vietturis 15">
            <a:extLst>
              <a:ext uri="{FF2B5EF4-FFF2-40B4-BE49-F238E27FC236}">
                <a16:creationId xmlns:a16="http://schemas.microsoft.com/office/drawing/2014/main" id="{BBFE7B80-0990-424B-A099-BFECB5508302}"/>
              </a:ext>
            </a:extLst>
          </p:cNvPr>
          <p:cNvSpPr>
            <a:spLocks noGrp="1"/>
          </p:cNvSpPr>
          <p:nvPr>
            <p:ph type="pic" sz="quarter" idx="44"/>
          </p:nvPr>
        </p:nvSpPr>
        <p:spPr>
          <a:xfrm>
            <a:off x="663715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9" name="Attēla vietturis 15">
            <a:extLst>
              <a:ext uri="{FF2B5EF4-FFF2-40B4-BE49-F238E27FC236}">
                <a16:creationId xmlns:a16="http://schemas.microsoft.com/office/drawing/2014/main" id="{5B4A0F3D-F23F-4072-9FF5-6CFE888CE1E0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9194922" y="2601972"/>
            <a:ext cx="1476000" cy="1476000"/>
          </a:xfrm>
          <a:noFill/>
          <a:ln w="396875" cap="sq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0" rIns="180000" bIns="0" numCol="1" spcCol="0" rtlCol="0" fromWordArt="0" anchor="ctr" anchorCtr="1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ZA" sz="1100" i="1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pPr marL="266700" lvl="0" indent="-266700" algn="ctr" rtl="0"/>
            <a:r>
              <a:rPr lang="lv-LV" noProof="0"/>
              <a:t>Noklikšķiniet uz ikonas, lai pievienotu attēlu</a:t>
            </a:r>
          </a:p>
        </p:txBody>
      </p:sp>
      <p:sp>
        <p:nvSpPr>
          <p:cNvPr id="11" name="Teksta vietturis 8">
            <a:extLst>
              <a:ext uri="{FF2B5EF4-FFF2-40B4-BE49-F238E27FC236}">
                <a16:creationId xmlns:a16="http://schemas.microsoft.com/office/drawing/2014/main" id="{14F97182-060B-42D4-9BD6-AADEBB4691F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214950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2" name="Teksta vietturis 8">
            <a:extLst>
              <a:ext uri="{FF2B5EF4-FFF2-40B4-BE49-F238E27FC236}">
                <a16:creationId xmlns:a16="http://schemas.microsoft.com/office/drawing/2014/main" id="{0C32DCEC-D4CF-4F91-ABA7-22726A1E99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214950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6" name="Teksta vietturis 8">
            <a:extLst>
              <a:ext uri="{FF2B5EF4-FFF2-40B4-BE49-F238E27FC236}">
                <a16:creationId xmlns:a16="http://schemas.microsoft.com/office/drawing/2014/main" id="{04BECAB1-5EBD-4BC7-8F7A-8B4CA80746C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764623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17" name="Teksta vietturis 8">
            <a:extLst>
              <a:ext uri="{FF2B5EF4-FFF2-40B4-BE49-F238E27FC236}">
                <a16:creationId xmlns:a16="http://schemas.microsoft.com/office/drawing/2014/main" id="{8D671F83-5A25-4513-86E5-FFBF3BF3106F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764623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19" name="Teksta vietturis 8">
            <a:extLst>
              <a:ext uri="{FF2B5EF4-FFF2-40B4-BE49-F238E27FC236}">
                <a16:creationId xmlns:a16="http://schemas.microsoft.com/office/drawing/2014/main" id="{F6EE3639-A148-489C-A695-7EA2313AEF3B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6314296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0" name="Teksta vietturis 8">
            <a:extLst>
              <a:ext uri="{FF2B5EF4-FFF2-40B4-BE49-F238E27FC236}">
                <a16:creationId xmlns:a16="http://schemas.microsoft.com/office/drawing/2014/main" id="{BB55BB21-9247-450C-9A9D-D2AD9161E10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6314296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22" name="Teksta vietturis 8">
            <a:extLst>
              <a:ext uri="{FF2B5EF4-FFF2-40B4-BE49-F238E27FC236}">
                <a16:creationId xmlns:a16="http://schemas.microsoft.com/office/drawing/2014/main" id="{934A7F7B-4591-45E6-AF17-EC81162B733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863969" y="4624131"/>
            <a:ext cx="2105186" cy="365125"/>
          </a:xfrm>
        </p:spPr>
        <p:txBody>
          <a:bodyPr rtlCol="0"/>
          <a:lstStyle>
            <a:lvl1pPr marL="0" indent="0" algn="ctr">
              <a:buFont typeface="Arial" panose="020B0604020202020204" pitchFamily="34" charset="0"/>
              <a:buNone/>
              <a:defRPr sz="1800" b="1">
                <a:solidFill>
                  <a:schemeClr val="accent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Vārds, uzvārds</a:t>
            </a:r>
          </a:p>
        </p:txBody>
      </p:sp>
      <p:sp>
        <p:nvSpPr>
          <p:cNvPr id="23" name="Teksta vietturis 8">
            <a:extLst>
              <a:ext uri="{FF2B5EF4-FFF2-40B4-BE49-F238E27FC236}">
                <a16:creationId xmlns:a16="http://schemas.microsoft.com/office/drawing/2014/main" id="{730702B6-2129-4FAB-8868-58B59C11FFC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863969" y="4993009"/>
            <a:ext cx="2105186" cy="365125"/>
          </a:xfrm>
        </p:spPr>
        <p:txBody>
          <a:bodyPr rtlCol="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accent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 rtl="0"/>
            <a:r>
              <a:rPr lang="lv-LV" noProof="0"/>
              <a:t>Virsraksts</a:t>
            </a:r>
          </a:p>
        </p:txBody>
      </p:sp>
      <p:sp>
        <p:nvSpPr>
          <p:cNvPr id="3" name="Slaida numura vietturis 6">
            <a:extLst>
              <a:ext uri="{FF2B5EF4-FFF2-40B4-BE49-F238E27FC236}">
                <a16:creationId xmlns:a16="http://schemas.microsoft.com/office/drawing/2014/main" id="{FF925D13-6BA3-E432-413E-9BCA16FAF483}"/>
              </a:ext>
            </a:extLst>
          </p:cNvPr>
          <p:cNvSpPr txBox="1">
            <a:spLocks/>
          </p:cNvSpPr>
          <p:nvPr userDrawn="1"/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lv-LV"/>
            </a:defPPr>
            <a:lvl1pPr marL="0" algn="r" defTabSz="914400" rtl="0" eaLnBrk="1" latinLnBrk="0" hangingPunct="1">
              <a:defRPr sz="2800" kern="1200">
                <a:solidFill>
                  <a:schemeClr val="accent4">
                    <a:lumMod val="40000"/>
                    <a:lumOff val="60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/>
          </a:p>
        </p:txBody>
      </p:sp>
    </p:spTree>
    <p:extLst>
      <p:ext uri="{BB962C8B-B14F-4D97-AF65-F5344CB8AC3E}">
        <p14:creationId xmlns:p14="http://schemas.microsoft.com/office/powerpoint/2010/main" val="663862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a vietturis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lv-LV" noProof="0"/>
              <a:t>Noklikšķiniet, lai rediģētu šablona virsraksta stilu</a:t>
            </a:r>
          </a:p>
        </p:txBody>
      </p:sp>
      <p:sp>
        <p:nvSpPr>
          <p:cNvPr id="3" name="Teksta vietturis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lv-LV" noProof="0"/>
              <a:t>Noklikšķiniet, lai rediģētu šablona tekstu stilus</a:t>
            </a:r>
          </a:p>
          <a:p>
            <a:pPr lvl="1" rtl="0"/>
            <a:r>
              <a:rPr lang="lv-LV" noProof="0"/>
              <a:t>Otrais līmenis</a:t>
            </a:r>
          </a:p>
          <a:p>
            <a:pPr lvl="2" rtl="0"/>
            <a:r>
              <a:rPr lang="lv-LV" noProof="0"/>
              <a:t>Trešais līmenis</a:t>
            </a:r>
          </a:p>
          <a:p>
            <a:pPr lvl="3" rtl="0"/>
            <a:r>
              <a:rPr lang="lv-LV" noProof="0"/>
              <a:t>Ceturtais līmenis</a:t>
            </a:r>
          </a:p>
          <a:p>
            <a:pPr lvl="4" rtl="0"/>
            <a:r>
              <a:rPr lang="lv-LV" noProof="0"/>
              <a:t>Piektais līmenis</a:t>
            </a:r>
          </a:p>
        </p:txBody>
      </p:sp>
      <p:sp>
        <p:nvSpPr>
          <p:cNvPr id="8" name="Slaida numura vietturis 6">
            <a:extLst>
              <a:ext uri="{FF2B5EF4-FFF2-40B4-BE49-F238E27FC236}">
                <a16:creationId xmlns:a16="http://schemas.microsoft.com/office/drawing/2014/main" id="{FE0DD214-AD46-D071-80A6-E642777202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24270"/>
            <a:ext cx="2743200" cy="497205"/>
          </a:xfrm>
          <a:prstGeom prst="rect">
            <a:avLst/>
          </a:prstGeom>
        </p:spPr>
        <p:txBody>
          <a:bodyPr rtlCol="0"/>
          <a:lstStyle>
            <a:lvl1pPr algn="r">
              <a:defRPr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B5CEABB6-07DC-46E8-9B57-56EC44A396E5}" type="slidenum">
              <a:rPr lang="lv-LV" smtClean="0"/>
              <a:pPr/>
              <a:t>‹#›</a:t>
            </a:fld>
            <a:endParaRPr lang="lv-LV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7" r:id="rId3"/>
    <p:sldLayoutId id="2147483674" r:id="rId4"/>
    <p:sldLayoutId id="2147483671" r:id="rId5"/>
    <p:sldLayoutId id="2147483666" r:id="rId6"/>
    <p:sldLayoutId id="2147483669" r:id="rId7"/>
    <p:sldLayoutId id="2147483661" r:id="rId8"/>
    <p:sldLayoutId id="2147483676" r:id="rId9"/>
    <p:sldLayoutId id="2147483678" r:id="rId10"/>
    <p:sldLayoutId id="2147483670" r:id="rId11"/>
    <p:sldLayoutId id="2147483667" r:id="rId12"/>
    <p:sldLayoutId id="2147483673" r:id="rId13"/>
    <p:sldLayoutId id="2147483651" r:id="rId14"/>
    <p:sldLayoutId id="2147483672" r:id="rId1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568159"/>
            <a:ext cx="5739882" cy="2387600"/>
          </a:xfrm>
        </p:spPr>
        <p:txBody>
          <a:bodyPr rtlCol="0"/>
          <a:lstStyle/>
          <a:p>
            <a:pPr rtl="0"/>
            <a:r>
              <a:rPr lang="lv-LV" dirty="0"/>
              <a:t>2D datorspēle</a:t>
            </a:r>
            <a:br>
              <a:rPr lang="lv-LV" dirty="0"/>
            </a:br>
            <a:r>
              <a:rPr lang="lv-LV" dirty="0"/>
              <a:t>«Drumstalotājs»</a:t>
            </a:r>
          </a:p>
        </p:txBody>
      </p:sp>
      <p:sp>
        <p:nvSpPr>
          <p:cNvPr id="3" name="Apakšvirsraksts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17985"/>
            <a:ext cx="5739882" cy="2303253"/>
          </a:xfrm>
        </p:spPr>
        <p:txBody>
          <a:bodyPr rtlCol="0">
            <a:normAutofit/>
          </a:bodyPr>
          <a:lstStyle/>
          <a:p>
            <a:pPr rtl="0"/>
            <a:r>
              <a:rPr lang="lv-LV" dirty="0"/>
              <a:t>Darba autors: Leons Pīgoznis, 4PT</a:t>
            </a:r>
          </a:p>
          <a:p>
            <a:pPr rtl="0"/>
            <a:r>
              <a:rPr lang="lv-LV" dirty="0"/>
              <a:t>Darba vadītājs: Kristaps </a:t>
            </a:r>
            <a:r>
              <a:rPr lang="lv-LV" dirty="0" err="1"/>
              <a:t>Rāvalds</a:t>
            </a:r>
            <a:endParaRPr lang="lv-LV" dirty="0"/>
          </a:p>
          <a:p>
            <a:pPr rtl="0"/>
            <a:endParaRPr lang="lv-LV" dirty="0"/>
          </a:p>
          <a:p>
            <a:pPr rtl="0"/>
            <a:endParaRPr lang="lv-LV" dirty="0"/>
          </a:p>
          <a:p>
            <a:r>
              <a:rPr lang="lv-LV" dirty="0"/>
              <a:t>2026. gada 17. jūnijs 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4034DE9C-EA9C-1DA3-933F-562C493720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195" y="3717985"/>
            <a:ext cx="2785873" cy="2785873"/>
          </a:xfrm>
          <a:prstGeom prst="rect">
            <a:avLst/>
          </a:prstGeom>
        </p:spPr>
      </p:pic>
      <p:pic>
        <p:nvPicPr>
          <p:cNvPr id="9" name="Attēls 8">
            <a:extLst>
              <a:ext uri="{FF2B5EF4-FFF2-40B4-BE49-F238E27FC236}">
                <a16:creationId xmlns:a16="http://schemas.microsoft.com/office/drawing/2014/main" id="{FAF11D17-8E59-0F4E-3573-B7437C0E2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8199" y="-1"/>
            <a:ext cx="3573801" cy="3502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75312-2023-6645-4749-0DFEE81EC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BAFDE6E-E812-A7DF-7143-C691508EB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Ievads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579F1E7A-6F3A-4F93-08FA-007580F9101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Liels klāsts projektu, simulāciju un spēļu;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saista militārās prasmes vai tās daļas;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Būtiska daļa šiem projektiem: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Nepieciešama augstas veiktspējas datorsistēmas;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Lielas izmaksas;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Ierobežojoša licencēšana.</a:t>
            </a:r>
          </a:p>
        </p:txBody>
      </p:sp>
    </p:spTree>
    <p:extLst>
      <p:ext uri="{BB962C8B-B14F-4D97-AF65-F5344CB8AC3E}">
        <p14:creationId xmlns:p14="http://schemas.microsoft.com/office/powerpoint/2010/main" val="423768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50554FD-FA69-CCB3-A56B-C51FA0D6A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442423" cy="2621139"/>
          </a:xfrm>
        </p:spPr>
        <p:txBody>
          <a:bodyPr>
            <a:normAutofit/>
          </a:bodyPr>
          <a:lstStyle/>
          <a:p>
            <a:r>
              <a:rPr lang="lv-LV" sz="3200" dirty="0"/>
              <a:t>«</a:t>
            </a:r>
            <a:r>
              <a:rPr lang="lv-LV" sz="3200" dirty="0" err="1"/>
              <a:t>Design</a:t>
            </a:r>
            <a:r>
              <a:rPr lang="lv-LV" sz="3200" dirty="0"/>
              <a:t> </a:t>
            </a:r>
            <a:r>
              <a:rPr lang="lv-LV" sz="3200" dirty="0" err="1"/>
              <a:t>Bureau</a:t>
            </a:r>
            <a:r>
              <a:rPr lang="lv-LV" sz="3200" dirty="0"/>
              <a:t> </a:t>
            </a:r>
            <a:r>
              <a:rPr lang="lv-LV" sz="3200" dirty="0" err="1"/>
              <a:t>Logika</a:t>
            </a:r>
            <a:r>
              <a:rPr lang="lv-LV" sz="3200" dirty="0"/>
              <a:t>»</a:t>
            </a:r>
            <a:br>
              <a:rPr lang="lv-LV" sz="3200" dirty="0"/>
            </a:br>
            <a:r>
              <a:rPr lang="lv-LV" sz="3200" dirty="0"/>
              <a:t>Mīnmetēja </a:t>
            </a:r>
            <a:r>
              <a:rPr lang="lv-LV" sz="3200" dirty="0" err="1"/>
              <a:t>simulators</a:t>
            </a:r>
            <a:endParaRPr lang="lv-LV" sz="3200" dirty="0"/>
          </a:p>
        </p:txBody>
      </p:sp>
      <p:sp>
        <p:nvSpPr>
          <p:cNvPr id="3" name="Teksta vietturis 15">
            <a:extLst>
              <a:ext uri="{FF2B5EF4-FFF2-40B4-BE49-F238E27FC236}">
                <a16:creationId xmlns:a16="http://schemas.microsoft.com/office/drawing/2014/main" id="{EFE1CCEA-913B-EF3F-3B39-89836E9BF7BE}"/>
              </a:ext>
            </a:extLst>
          </p:cNvPr>
          <p:cNvSpPr txBox="1">
            <a:spLocks/>
          </p:cNvSpPr>
          <p:nvPr/>
        </p:nvSpPr>
        <p:spPr>
          <a:xfrm>
            <a:off x="276226" y="3871737"/>
            <a:ext cx="4278521" cy="177856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Daudz iestatāmo mainīgo;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Iekļauta apmācības iekārta;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Licencēšana tikai valsts iestādēm.</a:t>
            </a:r>
          </a:p>
        </p:txBody>
      </p:sp>
      <p:pic>
        <p:nvPicPr>
          <p:cNvPr id="12" name="Attēls 11">
            <a:extLst>
              <a:ext uri="{FF2B5EF4-FFF2-40B4-BE49-F238E27FC236}">
                <a16:creationId xmlns:a16="http://schemas.microsoft.com/office/drawing/2014/main" id="{57416947-3BD4-ADE9-690D-06E7FB14282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7618"/>
          <a:stretch>
            <a:fillRect/>
          </a:stretch>
        </p:blipFill>
        <p:spPr>
          <a:xfrm>
            <a:off x="5020902" y="3176670"/>
            <a:ext cx="4408553" cy="3168697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996D18A3-923E-FCC5-1DBE-CFD60D05EB7E}"/>
              </a:ext>
            </a:extLst>
          </p:cNvPr>
          <p:cNvSpPr txBox="1">
            <a:spLocks/>
          </p:cNvSpPr>
          <p:nvPr/>
        </p:nvSpPr>
        <p:spPr>
          <a:xfrm>
            <a:off x="451449" y="5865962"/>
            <a:ext cx="4103298" cy="62691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i="1" dirty="0"/>
              <a:t>https://logika.ua/simulators/trenazher-dlya-pidgotovky-obslugy-minometiv/</a:t>
            </a:r>
          </a:p>
        </p:txBody>
      </p:sp>
      <p:pic>
        <p:nvPicPr>
          <p:cNvPr id="15" name="Attēls 14">
            <a:extLst>
              <a:ext uri="{FF2B5EF4-FFF2-40B4-BE49-F238E27FC236}">
                <a16:creationId xmlns:a16="http://schemas.microsoft.com/office/drawing/2014/main" id="{4E474D19-0E04-13B9-0BD8-DDB4DDF33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4773" y="1526876"/>
            <a:ext cx="2688925" cy="3644570"/>
          </a:xfrm>
          <a:prstGeom prst="rect">
            <a:avLst/>
          </a:prstGeom>
        </p:spPr>
      </p:pic>
      <p:pic>
        <p:nvPicPr>
          <p:cNvPr id="17" name="Attēls 16">
            <a:extLst>
              <a:ext uri="{FF2B5EF4-FFF2-40B4-BE49-F238E27FC236}">
                <a16:creationId xmlns:a16="http://schemas.microsoft.com/office/drawing/2014/main" id="{525BBFE6-B510-4855-407F-BDE8D83689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5583" y="241360"/>
            <a:ext cx="4912817" cy="2744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29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9C123-5B6F-01E6-9DBD-81C8FB1DD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3BA32B4-4E4B-48E8-E7A1-817C93CE3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Mērķis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B3E4551-48A0-F750-7EDC-83984F2CDAB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Izstrādāt ikvienam pieejamu projektu;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Datorspēle par artilērijas ierīcēm;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Saistīt militārās prasmes vai tās daļu;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Izpaust šo ideju ar līmeņu kopu, kuros ir iznīcināmi mērķi.</a:t>
            </a:r>
          </a:p>
        </p:txBody>
      </p:sp>
    </p:spTree>
    <p:extLst>
      <p:ext uri="{BB962C8B-B14F-4D97-AF65-F5344CB8AC3E}">
        <p14:creationId xmlns:p14="http://schemas.microsoft.com/office/powerpoint/2010/main" val="118345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BA983-0DF5-BB42-9353-EF1F33A47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5D1691C1-DCD7-0E2D-475F-A4FC7CB9C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Vispārīgās prasības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ED4EC0E-1824-216C-D519-72490E661C9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3 funkcionālās ainas: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Galvenā izvēlne;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Līmeņu atlase;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Spēles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Regulējami iestatījumi;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Progresa saglabāšana;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2D vide;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Viegli pārskatāma lietotāja </a:t>
            </a:r>
            <a:r>
              <a:rPr lang="lv-LV" sz="2800" dirty="0" err="1">
                <a:solidFill>
                  <a:schemeClr val="bg1"/>
                </a:solidFill>
              </a:rPr>
              <a:t>saskarne</a:t>
            </a:r>
            <a:r>
              <a:rPr lang="lv-LV" sz="2800" dirty="0">
                <a:solidFill>
                  <a:schemeClr val="bg1"/>
                </a:solidFill>
              </a:rPr>
              <a:t>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Palaižama zemas veiktspējas datorsistēmās.</a:t>
            </a:r>
          </a:p>
        </p:txBody>
      </p:sp>
    </p:spTree>
    <p:extLst>
      <p:ext uri="{BB962C8B-B14F-4D97-AF65-F5344CB8AC3E}">
        <p14:creationId xmlns:p14="http://schemas.microsoft.com/office/powerpoint/2010/main" val="42326013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94B1-B60A-FE50-5142-79E72D68C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785D54E-E91A-80FE-932D-B391C7E56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7" y="365125"/>
            <a:ext cx="4157750" cy="2621139"/>
          </a:xfrm>
        </p:spPr>
        <p:txBody>
          <a:bodyPr/>
          <a:lstStyle/>
          <a:p>
            <a:r>
              <a:rPr lang="lv-LV" dirty="0"/>
              <a:t>Lietotāja rakstura iezīmes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72CE06-F053-0BD5-3869-A95B66D9BEC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Izklaide: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Vienkāršas spēles noteikumi;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Fantastisks sižets.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Izglītība: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Mehānikas fizika;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Ballistika;</a:t>
            </a:r>
          </a:p>
          <a:p>
            <a:pPr marL="1600200" lvl="2" indent="-457200"/>
            <a:r>
              <a:rPr lang="lv-LV" sz="2800" dirty="0">
                <a:solidFill>
                  <a:schemeClr val="bg1"/>
                </a:solidFill>
              </a:rPr>
              <a:t>(Vienkāršotas) topogrāfija.</a:t>
            </a:r>
          </a:p>
        </p:txBody>
      </p:sp>
    </p:spTree>
    <p:extLst>
      <p:ext uri="{BB962C8B-B14F-4D97-AF65-F5344CB8AC3E}">
        <p14:creationId xmlns:p14="http://schemas.microsoft.com/office/powerpoint/2010/main" val="41223966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ED9D7-9B35-5E6F-6BAF-C164B3E28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8DD900D-FFE9-FCEB-E6D4-CF95AC7EF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soļi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A9B32B0-C563-7297-6443-7DF8DE24B263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Projekta tēma pētīšana;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Datu un tās klašu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Darbības gaita un algoritma modelēšana;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Kodu rakstīšana ieskatoties no modeļiem;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Tās kodu testēšana;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Vizuālās grafikas un skaņas efektu izveide.</a:t>
            </a:r>
          </a:p>
        </p:txBody>
      </p:sp>
    </p:spTree>
    <p:extLst>
      <p:ext uri="{BB962C8B-B14F-4D97-AF65-F5344CB8AC3E}">
        <p14:creationId xmlns:p14="http://schemas.microsoft.com/office/powerpoint/2010/main" val="1484961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4D81-3A2A-DE00-D768-23A748996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11A9D0B-2373-1796-3CB1-ACC6FCBD9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lv-LV" dirty="0"/>
              <a:t>Izstrādes rīki un valodas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3DD05C5F-A457-E532-14D1-05D5758E4AE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C#: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Sistēmas programmēšanas valoda;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Objektorientētā;</a:t>
            </a:r>
          </a:p>
          <a:p>
            <a:pPr marL="1143000" lvl="1" indent="-457200"/>
            <a:r>
              <a:rPr lang="lv-LV" sz="2800" i="1" dirty="0" err="1">
                <a:solidFill>
                  <a:schemeClr val="bg1"/>
                </a:solidFill>
              </a:rPr>
              <a:t>Godot</a:t>
            </a:r>
            <a:r>
              <a:rPr lang="lv-LV" sz="2800" i="1" dirty="0">
                <a:solidFill>
                  <a:schemeClr val="bg1"/>
                </a:solidFill>
              </a:rPr>
              <a:t> </a:t>
            </a:r>
            <a:r>
              <a:rPr lang="lv-LV" sz="2800" dirty="0">
                <a:solidFill>
                  <a:schemeClr val="bg1"/>
                </a:solidFill>
              </a:rPr>
              <a:t>dziņa atbalstītā valoda.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Godot</a:t>
            </a:r>
            <a:r>
              <a:rPr lang="lv-LV" sz="2800" dirty="0"/>
              <a:t>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Piemērota neliela apjoma projektiem;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Optimizēta 2D videi;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Ātri apgūstama.</a:t>
            </a:r>
          </a:p>
          <a:p>
            <a:pPr marL="1143000" lvl="1" indent="-457200"/>
            <a:endParaRPr lang="lv-LV" sz="2800" dirty="0">
              <a:solidFill>
                <a:schemeClr val="bg1"/>
              </a:solidFill>
            </a:endParaRP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AB32834-7DBC-8EDA-31A8-328422B88567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284672" y="3650591"/>
            <a:ext cx="3072441" cy="3072441"/>
          </a:xfrm>
          <a:prstGeom prst="rect">
            <a:avLst/>
          </a:prstGeom>
        </p:spPr>
      </p:pic>
      <p:pic>
        <p:nvPicPr>
          <p:cNvPr id="8" name="Attēls 7">
            <a:extLst>
              <a:ext uri="{FF2B5EF4-FFF2-40B4-BE49-F238E27FC236}">
                <a16:creationId xmlns:a16="http://schemas.microsoft.com/office/drawing/2014/main" id="{E86A86FA-2BBD-26AB-A1FC-1E2B5D123B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3099" y="4207714"/>
            <a:ext cx="1897811" cy="1897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153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1FC24-D8C6-6E98-3C2F-66C9286DA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CD569E2-BA91-4A56-13AD-36E3FBD27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332" y="365125"/>
            <a:ext cx="4244196" cy="2621139"/>
          </a:xfrm>
        </p:spPr>
        <p:txBody>
          <a:bodyPr/>
          <a:lstStyle/>
          <a:p>
            <a:r>
              <a:rPr lang="lv-LV" dirty="0"/>
              <a:t>Versiju kontrole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8950E04D-0906-03BB-79C2-CF4845C4B0A1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Izmantots </a:t>
            </a:r>
            <a:r>
              <a:rPr lang="lv-LV" sz="2800" i="1" dirty="0" err="1"/>
              <a:t>git</a:t>
            </a:r>
            <a:r>
              <a:rPr lang="lv-LV" sz="2800" dirty="0"/>
              <a:t> versiju kontroles rīks;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 err="1"/>
              <a:t>Repozitorijas</a:t>
            </a:r>
            <a:r>
              <a:rPr lang="lv-LV" sz="2800" dirty="0"/>
              <a:t> mitināšanai izmantos </a:t>
            </a:r>
            <a:r>
              <a:rPr lang="lv-LV" sz="2800" i="1" dirty="0" err="1"/>
              <a:t>GitHub</a:t>
            </a:r>
            <a:r>
              <a:rPr lang="lv-LV" sz="2800" dirty="0"/>
              <a:t>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Lielām izmaiņām, piemēram, </a:t>
            </a:r>
            <a:r>
              <a:rPr lang="lv-LV" sz="2800" dirty="0" err="1"/>
              <a:t>galvenām</a:t>
            </a:r>
            <a:r>
              <a:rPr lang="lv-LV" sz="2800" dirty="0"/>
              <a:t> funkcionalitātēm, tiks veikti sazarojumi un saplūšana;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Ne tikai projekta </a:t>
            </a:r>
            <a:r>
              <a:rPr lang="lv-LV" sz="2800" dirty="0" err="1"/>
              <a:t>avotkods</a:t>
            </a:r>
            <a:r>
              <a:rPr lang="lv-LV" sz="2800" dirty="0"/>
              <a:t>, arī dokumentācija tiks glabāta repozitorijā.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5E787DED-74DD-06F3-6C0C-DCE05EA7B9B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1286773" y="4123426"/>
            <a:ext cx="2122098" cy="212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826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58229-A59E-F697-08B2-161E903EF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841F51A-3FFD-6598-59DE-14BE99A6BD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lv-LV" dirty="0"/>
              <a:t>Modeļi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F8501683-182E-8C21-CAB3-80A92CB2E714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Sistēmas pārvaldnieks;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Ainas;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Karte.</a:t>
            </a:r>
          </a:p>
        </p:txBody>
      </p:sp>
    </p:spTree>
    <p:extLst>
      <p:ext uri="{BB962C8B-B14F-4D97-AF65-F5344CB8AC3E}">
        <p14:creationId xmlns:p14="http://schemas.microsoft.com/office/powerpoint/2010/main" val="10194827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22346-E456-0311-EB17-5A560EDEE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9A567AE-93A8-1EE8-618C-1A4E32C3F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190337" cy="2621139"/>
          </a:xfrm>
        </p:spPr>
        <p:txBody>
          <a:bodyPr/>
          <a:lstStyle/>
          <a:p>
            <a:r>
              <a:rPr lang="lv-LV" dirty="0"/>
              <a:t>Modeļi – Sistēmas pārvaldnieks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895D74C-B087-42B0-5102-9FE439B6921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 ir sakne;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i="1" dirty="0" err="1"/>
              <a:t>Main</a:t>
            </a:r>
            <a:r>
              <a:rPr lang="lv-LV" sz="2800" dirty="0"/>
              <a:t> klasei ir pārējo klašu saites.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9E090F-371B-4B36-8EB4-A281FA1AE7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9721" y="471487"/>
            <a:ext cx="6225540" cy="591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970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A6750-F4C5-8D73-34E7-327587E5C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199C088-13AF-BF58-A8EB-3D6296E23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EFE0893A-FE4E-589D-5114-5F5B889CE9D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Neņemot vērā </a:t>
            </a:r>
            <a:r>
              <a:rPr lang="lv-LV" sz="2400" dirty="0" err="1"/>
              <a:t>virsjoslas</a:t>
            </a:r>
            <a:r>
              <a:rPr lang="lv-LV" sz="2400" dirty="0"/>
              <a:t> un kartes komponenti;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Spēles laukuma ainai ir vairākas atkarīgas klases.</a:t>
            </a:r>
          </a:p>
        </p:txBody>
      </p:sp>
      <p:pic>
        <p:nvPicPr>
          <p:cNvPr id="3" name="Picture 5">
            <a:extLst>
              <a:ext uri="{FF2B5EF4-FFF2-40B4-BE49-F238E27FC236}">
                <a16:creationId xmlns:a16="http://schemas.microsoft.com/office/drawing/2014/main" id="{1E6714D5-9C31-4808-923E-BDC0943B7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1249" y="666007"/>
            <a:ext cx="7458150" cy="5330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8649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6E354-6794-4BC3-26E3-D8BBF5D00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DD1850D-664F-7787-EA9A-14159B7CD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Ainas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B650326-6329-864E-03E7-99F6F7A72B0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Ainu gaitas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Līmenis tiek atvērts, ja pēc nosacījumiem līmenis ir atslēgts.</a:t>
            </a:r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D5A62B9F-5A62-29E0-D66A-15A702CF0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509" y="2659452"/>
            <a:ext cx="8004954" cy="1539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632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07A3-DA31-B45A-858F-0F5AF757A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980BBA-D37D-73B8-88D7-7F0C5C712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C888045-E058-9B3B-474A-04C47062E83A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Klašu modelis;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Visi slāņi ir mantoti no bāzes slāņa klases;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  <p:pic>
        <p:nvPicPr>
          <p:cNvPr id="4" name="Picture 1">
            <a:extLst>
              <a:ext uri="{FF2B5EF4-FFF2-40B4-BE49-F238E27FC236}">
                <a16:creationId xmlns:a16="http://schemas.microsoft.com/office/drawing/2014/main" id="{B885B71C-E5A9-E091-912E-AE9647A975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988" y="412570"/>
            <a:ext cx="6696933" cy="5740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595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10DA6-7F3F-5C03-FD7F-C404B876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3486462-ADDB-3E1D-DD91-5998E783F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2" y="365125"/>
            <a:ext cx="3362866" cy="2621139"/>
          </a:xfrm>
        </p:spPr>
        <p:txBody>
          <a:bodyPr/>
          <a:lstStyle/>
          <a:p>
            <a:r>
              <a:rPr lang="lv-LV" dirty="0"/>
              <a:t>Modeļi – Kartes objekti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2704D871-E989-1153-E76F-F05F45974E1B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Atrodas </a:t>
            </a:r>
            <a:r>
              <a:rPr lang="lv-LV" sz="2000" i="1" dirty="0" err="1"/>
              <a:t>EntityLayer</a:t>
            </a:r>
            <a:r>
              <a:rPr lang="lv-LV" sz="2000" dirty="0"/>
              <a:t> slānī;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Norāda objektu kartē;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Glabā statiskās un mainīgās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000" dirty="0"/>
              <a:t>Mantotājiem papildus īpašības.</a:t>
            </a:r>
          </a:p>
        </p:txBody>
      </p:sp>
      <p:pic>
        <p:nvPicPr>
          <p:cNvPr id="3" name="Picture 1">
            <a:extLst>
              <a:ext uri="{FF2B5EF4-FFF2-40B4-BE49-F238E27FC236}">
                <a16:creationId xmlns:a16="http://schemas.microsoft.com/office/drawing/2014/main" id="{2CA27721-A0FE-89EE-0D2D-C107211432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7713" y="603607"/>
            <a:ext cx="6113537" cy="540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290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06A56-4559-C70A-405D-68C09A72A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3E4EF55A-D41A-4E91-76B2-24339626C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660" y="365125"/>
            <a:ext cx="4235570" cy="2621139"/>
          </a:xfrm>
        </p:spPr>
        <p:txBody>
          <a:bodyPr>
            <a:normAutofit/>
          </a:bodyPr>
          <a:lstStyle/>
          <a:p>
            <a:r>
              <a:rPr lang="lv-LV" dirty="0"/>
              <a:t>Modeļi – Spēles laukuma ainas stadijas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5F1B4F4-28B6-429C-C988-46ACA17921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3298" y="1289643"/>
            <a:ext cx="6943042" cy="3703751"/>
          </a:xfrm>
          <a:prstGeom prst="rect">
            <a:avLst/>
          </a:prstGeom>
        </p:spPr>
      </p:pic>
      <p:sp>
        <p:nvSpPr>
          <p:cNvPr id="6" name="Teksta vietturis 15">
            <a:extLst>
              <a:ext uri="{FF2B5EF4-FFF2-40B4-BE49-F238E27FC236}">
                <a16:creationId xmlns:a16="http://schemas.microsoft.com/office/drawing/2014/main" id="{1F2217BE-BEF7-D943-F38A-470CE6B296A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4596442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Dinamiskā struktūra;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Norāda stadiju maiņas secību;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Sākas pēc kartes datu ielādēšanas spēles laukuma ainā;</a:t>
            </a:r>
          </a:p>
        </p:txBody>
      </p:sp>
    </p:spTree>
    <p:extLst>
      <p:ext uri="{BB962C8B-B14F-4D97-AF65-F5344CB8AC3E}">
        <p14:creationId xmlns:p14="http://schemas.microsoft.com/office/powerpoint/2010/main" val="20914291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2B09-4FB7-CFF7-57CC-3FF4A0C2C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FE5BCC89-505E-A2C0-55C9-37D9DD7D0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Kodu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E72A984C-6066-6495-4499-534985E0777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īpašības;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ballistika;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Uguņošanas stadija;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Kartes komponente.</a:t>
            </a:r>
          </a:p>
        </p:txBody>
      </p:sp>
    </p:spTree>
    <p:extLst>
      <p:ext uri="{BB962C8B-B14F-4D97-AF65-F5344CB8AC3E}">
        <p14:creationId xmlns:p14="http://schemas.microsoft.com/office/powerpoint/2010/main" val="4271651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99CA906-7079-EBC7-12E9-C10C9ACB6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Ierīces īpašības</a:t>
            </a:r>
          </a:p>
        </p:txBody>
      </p:sp>
      <p:pic>
        <p:nvPicPr>
          <p:cNvPr id="17" name="Attēls 16">
            <a:extLst>
              <a:ext uri="{FF2B5EF4-FFF2-40B4-BE49-F238E27FC236}">
                <a16:creationId xmlns:a16="http://schemas.microsoft.com/office/drawing/2014/main" id="{1AB15182-83D1-7054-5583-524B5DB388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4973" y="159702"/>
            <a:ext cx="5883275" cy="653859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73668D8-A49D-692D-75F4-BC48F9E07D08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Augstuma, traversa leņķa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Piegādes ierobežojumi;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Lādiņa īpašības.</a:t>
            </a:r>
          </a:p>
        </p:txBody>
      </p:sp>
    </p:spTree>
    <p:extLst>
      <p:ext uri="{BB962C8B-B14F-4D97-AF65-F5344CB8AC3E}">
        <p14:creationId xmlns:p14="http://schemas.microsoft.com/office/powerpoint/2010/main" val="2545403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DA939-B429-996D-994F-B82194F3F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285FAFF2-C250-24F6-9196-76AEF3455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BCE67539-7AE0-E21D-8BAD-61AAA52D032F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Pretestības un vilces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Izmanto lādiņa un gaisa īpašības.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7F9847E3-BB5D-254C-31B8-3F955E0337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1117" y="563533"/>
            <a:ext cx="7522868" cy="538869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016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88382-4621-FE70-FAD5-453F7DE7F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88F4F5A-B896-0E8F-F3B4-03FA6E892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7497" y="365125"/>
            <a:ext cx="2806639" cy="2621139"/>
          </a:xfrm>
        </p:spPr>
        <p:txBody>
          <a:bodyPr/>
          <a:lstStyle/>
          <a:p>
            <a:r>
              <a:rPr lang="lv-LV" dirty="0"/>
              <a:t>Kods – Lādiņa ballistika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97403EB2-3784-D61A-A2D4-07B4B07B7117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3060941" cy="279366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Detonācijas rādiusu aprēķini;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Letālā un fragmentu rādiusi;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Ņemot vērā arī augstumu.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23184825-D796-147C-CBDE-6E1727F0A95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646"/>
          <a:stretch/>
        </p:blipFill>
        <p:spPr bwMode="auto">
          <a:xfrm>
            <a:off x="3679273" y="901556"/>
            <a:ext cx="8125783" cy="450720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1260664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D785-5D4E-0253-2E6B-D4F52C9AF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A73C6074-3443-AE8D-513C-C96A3393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466BF6B-98ED-3112-C893-BFF7ED6F8D59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Objektu bojāšana pēc detonācijas un tās šķembu rādiusiem.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F288B0DC-A0A7-B242-1FAA-A580D6ED8B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835" y="438599"/>
            <a:ext cx="6800850" cy="5514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6748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2911-6EF3-F39B-A45F-1DDC3F5FC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8A3CE-43B7-7FDF-67D7-BEE02B167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833" y="365125"/>
            <a:ext cx="3129952" cy="2621139"/>
          </a:xfrm>
        </p:spPr>
        <p:txBody>
          <a:bodyPr/>
          <a:lstStyle/>
          <a:p>
            <a:r>
              <a:rPr lang="lv-LV" dirty="0"/>
              <a:t>Kods – Uguņošanas stadija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5E460EF1-53CE-6F6E-5073-02DC7DB54275}"/>
              </a:ext>
            </a:extLst>
          </p:cNvPr>
          <p:cNvSpPr txBox="1">
            <a:spLocks/>
          </p:cNvSpPr>
          <p:nvPr/>
        </p:nvSpPr>
        <p:spPr>
          <a:xfrm>
            <a:off x="130833" y="3699209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Ierīces atkārtotā uguņošana;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Pārbaude, vai ierīcei ir piegādāti lādiņi, tad uguņo.</a:t>
            </a:r>
          </a:p>
        </p:txBody>
      </p:sp>
      <p:pic>
        <p:nvPicPr>
          <p:cNvPr id="3" name="Attēls 2">
            <a:extLst>
              <a:ext uri="{FF2B5EF4-FFF2-40B4-BE49-F238E27FC236}">
                <a16:creationId xmlns:a16="http://schemas.microsoft.com/office/drawing/2014/main" id="{CEDEEBF0-0661-CBF6-6634-9FCD8BD9EB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4937" y="198280"/>
            <a:ext cx="6850066" cy="616801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07971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8C96F-576A-3075-B7E9-86A57EF08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764D5B-7A7E-6984-69AD-B147F07D87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5" y="365125"/>
            <a:ext cx="3200400" cy="2621139"/>
          </a:xfrm>
        </p:spPr>
        <p:txBody>
          <a:bodyPr/>
          <a:lstStyle/>
          <a:p>
            <a:r>
              <a:rPr lang="lv-LV" dirty="0"/>
              <a:t>Kods – Kartes komponente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449981F2-3E01-8DB8-1023-D713E0D502BA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i="1" dirty="0" err="1"/>
              <a:t>EntityLayer</a:t>
            </a:r>
            <a:r>
              <a:rPr lang="lv-LV" sz="1800" dirty="0"/>
              <a:t> un </a:t>
            </a:r>
            <a:r>
              <a:rPr lang="lv-LV" sz="1800" i="1" dirty="0" err="1"/>
              <a:t>OverlayLayer</a:t>
            </a:r>
            <a:r>
              <a:rPr lang="lv-LV" sz="1800" dirty="0"/>
              <a:t> atšķiras slāņu </a:t>
            </a:r>
            <a:r>
              <a:rPr lang="lv-LV" sz="1800" dirty="0" err="1"/>
              <a:t>ielādes</a:t>
            </a:r>
            <a:r>
              <a:rPr lang="lv-LV" sz="1800" dirty="0"/>
              <a:t> metodes;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Individuāli režģu dati tiek ievietoti rindā;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1800" dirty="0"/>
              <a:t>Pēc tās instances parādīšanās tiek ievietota instanču sarakstā.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84B985EA-EEA2-1691-FCD6-31EC9E5CA1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0429" y="221910"/>
            <a:ext cx="4970253" cy="2764354"/>
          </a:xfrm>
          <a:prstGeom prst="rect">
            <a:avLst/>
          </a:prstGeom>
        </p:spPr>
      </p:pic>
      <p:pic>
        <p:nvPicPr>
          <p:cNvPr id="12" name="Attēls 11">
            <a:extLst>
              <a:ext uri="{FF2B5EF4-FFF2-40B4-BE49-F238E27FC236}">
                <a16:creationId xmlns:a16="http://schemas.microsoft.com/office/drawing/2014/main" id="{39769EE5-5C1C-1698-B4EF-FE9D3C233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0429" y="3050834"/>
            <a:ext cx="4970253" cy="3186060"/>
          </a:xfrm>
          <a:prstGeom prst="rect">
            <a:avLst/>
          </a:prstGeom>
        </p:spPr>
      </p:pic>
      <p:sp>
        <p:nvSpPr>
          <p:cNvPr id="13" name="Teksta vietturis 15">
            <a:extLst>
              <a:ext uri="{FF2B5EF4-FFF2-40B4-BE49-F238E27FC236}">
                <a16:creationId xmlns:a16="http://schemas.microsoft.com/office/drawing/2014/main" id="{A9E586F0-6B75-E3E5-F859-C5F0FDA3DDD1}"/>
              </a:ext>
            </a:extLst>
          </p:cNvPr>
          <p:cNvSpPr txBox="1">
            <a:spLocks/>
          </p:cNvSpPr>
          <p:nvPr/>
        </p:nvSpPr>
        <p:spPr>
          <a:xfrm>
            <a:off x="3726340" y="1103898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pievienošana laukumā</a:t>
            </a:r>
          </a:p>
        </p:txBody>
      </p:sp>
      <p:sp>
        <p:nvSpPr>
          <p:cNvPr id="14" name="Teksta vietturis 15">
            <a:extLst>
              <a:ext uri="{FF2B5EF4-FFF2-40B4-BE49-F238E27FC236}">
                <a16:creationId xmlns:a16="http://schemas.microsoft.com/office/drawing/2014/main" id="{25E4A1DA-1D7E-8E6C-891C-2A8C5E1700C1}"/>
              </a:ext>
            </a:extLst>
          </p:cNvPr>
          <p:cNvSpPr txBox="1">
            <a:spLocks/>
          </p:cNvSpPr>
          <p:nvPr/>
        </p:nvSpPr>
        <p:spPr>
          <a:xfrm>
            <a:off x="3860768" y="4038716"/>
            <a:ext cx="2235232" cy="114359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400" dirty="0"/>
              <a:t>Režģa instances parādīšanās darbības</a:t>
            </a:r>
          </a:p>
        </p:txBody>
      </p:sp>
    </p:spTree>
    <p:extLst>
      <p:ext uri="{BB962C8B-B14F-4D97-AF65-F5344CB8AC3E}">
        <p14:creationId xmlns:p14="http://schemas.microsoft.com/office/powerpoint/2010/main" val="23880999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93F4F-FD35-BD02-5FB8-DB430628A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F2255C4-8C76-3DAE-7908-0A6552063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Testēšana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739A7219-8030-13CC-FA7A-F15BAA56D507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laikā un pēc projekta kompilēšanas tiek veikta testēšana;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Melnās kastes un baltās kastes testēšanas metodoloģija tiks izmantota;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>
                <a:solidFill>
                  <a:schemeClr val="bg1"/>
                </a:solidFill>
              </a:rPr>
              <a:t>Izstrādes laikā testēšanai izmantota baltās kastes metodoloģija;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Pēc kompilēšanas melnās kastes metodoloģija.</a:t>
            </a:r>
            <a:endParaRPr lang="lv-LV" sz="2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150957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B6C19-A0C5-E532-5A48-49DBC3437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C4E8AE9A-055C-D157-1152-211600EC49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- Identifikatori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04F6316E-C323-2F44-3EDA-7FBA4F96448B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Saīsinājumi, kuri tiks izmantoti testēšanas žurnāla ierakstiem.</a:t>
            </a:r>
          </a:p>
        </p:txBody>
      </p:sp>
      <p:graphicFrame>
        <p:nvGraphicFramePr>
          <p:cNvPr id="3" name="Tabula 2">
            <a:extLst>
              <a:ext uri="{FF2B5EF4-FFF2-40B4-BE49-F238E27FC236}">
                <a16:creationId xmlns:a16="http://schemas.microsoft.com/office/drawing/2014/main" id="{0E93DA7F-5EB8-0A39-9FD3-2031AA5D16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3363294"/>
              </p:ext>
            </p:extLst>
          </p:nvPr>
        </p:nvGraphicFramePr>
        <p:xfrm>
          <a:off x="3757284" y="1132064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08051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06084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Žurnāla saīsinājums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Nozīme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9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Prasība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2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TP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Testpiemērs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73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Testa žurnāls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769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KZ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Kļūdas ziņojums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983417"/>
                  </a:ext>
                </a:extLst>
              </a:tr>
            </a:tbl>
          </a:graphicData>
        </a:graphic>
      </p:graphicFrame>
      <p:graphicFrame>
        <p:nvGraphicFramePr>
          <p:cNvPr id="5" name="Tabula 4">
            <a:extLst>
              <a:ext uri="{FF2B5EF4-FFF2-40B4-BE49-F238E27FC236}">
                <a16:creationId xmlns:a16="http://schemas.microsoft.com/office/drawing/2014/main" id="{94E58E84-69D3-05BA-C142-52C775009F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921295"/>
              </p:ext>
            </p:extLst>
          </p:nvPr>
        </p:nvGraphicFramePr>
        <p:xfrm>
          <a:off x="3757284" y="3711577"/>
          <a:ext cx="8128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7080519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3060847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Funkcionalitāšu grupas saīsinājums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Nozīme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3895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Sākums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226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Līmeņa atlase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7385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SL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Spēles lauks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67699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lv-LV" dirty="0"/>
                        <a:t>VS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lv-LV" dirty="0"/>
                        <a:t>Vispārīgie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89834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40267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0A51D-3A8C-A93F-C0AE-D6305689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A064133-B7EA-BC66-5A30-C1AFB546B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– Testpiemēru fragments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FE0DD2E3-7809-F038-414F-CA113CAB4745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Saraksta fragments, kuras apraksta testējamas funkcionalitātes.</a:t>
            </a:r>
          </a:p>
        </p:txBody>
      </p:sp>
      <p:pic>
        <p:nvPicPr>
          <p:cNvPr id="6" name="Attēls 5">
            <a:extLst>
              <a:ext uri="{FF2B5EF4-FFF2-40B4-BE49-F238E27FC236}">
                <a16:creationId xmlns:a16="http://schemas.microsoft.com/office/drawing/2014/main" id="{0FB39449-BFFB-9080-A81A-AF745CE43A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740"/>
          <a:stretch>
            <a:fillRect/>
          </a:stretch>
        </p:blipFill>
        <p:spPr>
          <a:xfrm>
            <a:off x="3553813" y="1966823"/>
            <a:ext cx="8247123" cy="2511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8636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631E6-FF56-0AC8-A1EE-E5CC934D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0564A3B-DDFA-0918-E9A5-11AE2C4EA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84" y="365125"/>
            <a:ext cx="3312543" cy="2621139"/>
          </a:xfrm>
        </p:spPr>
        <p:txBody>
          <a:bodyPr/>
          <a:lstStyle/>
          <a:p>
            <a:r>
              <a:rPr lang="lv-LV" dirty="0"/>
              <a:t>Testēšana – Žurnāla fragments</a:t>
            </a:r>
          </a:p>
        </p:txBody>
      </p:sp>
      <p:sp>
        <p:nvSpPr>
          <p:cNvPr id="18" name="Teksta vietturis 15">
            <a:extLst>
              <a:ext uri="{FF2B5EF4-FFF2-40B4-BE49-F238E27FC236}">
                <a16:creationId xmlns:a16="http://schemas.microsoft.com/office/drawing/2014/main" id="{3AA778CF-B003-ECEB-037D-59671E24C620}"/>
              </a:ext>
            </a:extLst>
          </p:cNvPr>
          <p:cNvSpPr txBox="1">
            <a:spLocks/>
          </p:cNvSpPr>
          <p:nvPr/>
        </p:nvSpPr>
        <p:spPr>
          <a:xfrm>
            <a:off x="130833" y="3575624"/>
            <a:ext cx="2983303" cy="291725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400" dirty="0"/>
              <a:t>Žurnāla fragments, kuras apraksta testa rezultātus.</a:t>
            </a:r>
            <a:endParaRPr lang="lv-LV" dirty="0"/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B77FE404-880E-563F-E239-562AEE86F6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0950" y="1890858"/>
            <a:ext cx="8479767" cy="605698"/>
          </a:xfrm>
          <a:prstGeom prst="rect">
            <a:avLst/>
          </a:prstGeom>
        </p:spPr>
      </p:pic>
      <p:pic>
        <p:nvPicPr>
          <p:cNvPr id="7" name="Attēls 6">
            <a:extLst>
              <a:ext uri="{FF2B5EF4-FFF2-40B4-BE49-F238E27FC236}">
                <a16:creationId xmlns:a16="http://schemas.microsoft.com/office/drawing/2014/main" id="{B3070DC9-A881-3F95-19BA-4BF6774E9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950" y="2496557"/>
            <a:ext cx="8479767" cy="2230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58053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5749AC-FD13-DEB4-6693-AC8ADD234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45D471C7-2A91-4D1B-6D95-FAE1382D1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Secinājumi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AC97BA48-1DE4-F2E7-58AB-C124318F5D4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Sākotnēji šķietami vienkārši izstrādājama;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Izstrādes daļa bija apjomīgākā;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Izstrāde bija sarežģītāka, jo vienlaicīgi tika apgūta cita </a:t>
            </a:r>
            <a:r>
              <a:rPr lang="lv-LV" sz="2800" dirty="0" err="1"/>
              <a:t>prog</a:t>
            </a:r>
            <a:r>
              <a:rPr lang="lv-LV" sz="2800" dirty="0"/>
              <a:t>. valoda un dzinis;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Personīgi bija OOP izstrādes pārbaudījums;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Galvenie mērķi izpildīti, pat pievienojot papildus funkcionalitātes.</a:t>
            </a:r>
          </a:p>
        </p:txBody>
      </p:sp>
    </p:spTree>
    <p:extLst>
      <p:ext uri="{BB962C8B-B14F-4D97-AF65-F5344CB8AC3E}">
        <p14:creationId xmlns:p14="http://schemas.microsoft.com/office/powerpoint/2010/main" val="10842041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1EB0-343D-C878-0341-F34F988F6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8A29F9C0-C59E-E93E-EF0A-616EA7F3C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6" y="365125"/>
            <a:ext cx="4209510" cy="2621139"/>
          </a:xfrm>
        </p:spPr>
        <p:txBody>
          <a:bodyPr/>
          <a:lstStyle/>
          <a:p>
            <a:r>
              <a:rPr lang="lv-LV" dirty="0"/>
              <a:t>Ainas priekšskatījumi</a:t>
            </a:r>
          </a:p>
        </p:txBody>
      </p:sp>
      <p:sp>
        <p:nvSpPr>
          <p:cNvPr id="11" name="Teksta vietturis 10">
            <a:extLst>
              <a:ext uri="{FF2B5EF4-FFF2-40B4-BE49-F238E27FC236}">
                <a16:creationId xmlns:a16="http://schemas.microsoft.com/office/drawing/2014/main" id="{2E0B880C-077B-EC42-504C-0956E476464C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314949" y="365125"/>
            <a:ext cx="6600825" cy="5740400"/>
          </a:xfrm>
        </p:spPr>
        <p:txBody>
          <a:bodyPr anchor="ctr"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Sākuma aina;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Līmeņu atlases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Līmeņa informācija.</a:t>
            </a:r>
            <a:endParaRPr lang="lv-LV" sz="3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lv-LV" sz="2800" dirty="0"/>
              <a:t>Spēles laukuma aina: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Kartes laukums;</a:t>
            </a:r>
          </a:p>
          <a:p>
            <a:pPr marL="1143000" lvl="1" indent="-457200"/>
            <a:r>
              <a:rPr lang="lv-LV" sz="2800" dirty="0">
                <a:solidFill>
                  <a:schemeClr val="bg1"/>
                </a:solidFill>
              </a:rPr>
              <a:t>Mērķu iznīcināšana.</a:t>
            </a:r>
            <a:endParaRPr lang="lv-LV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lv-LV" sz="2800" dirty="0"/>
          </a:p>
        </p:txBody>
      </p:sp>
    </p:spTree>
    <p:extLst>
      <p:ext uri="{BB962C8B-B14F-4D97-AF65-F5344CB8AC3E}">
        <p14:creationId xmlns:p14="http://schemas.microsoft.com/office/powerpoint/2010/main" val="26919104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92202-62AB-9F0A-F1FB-EA758036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E3F40BA5-D57B-E796-669E-CCB6070DB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683" y="365125"/>
            <a:ext cx="4364965" cy="2621139"/>
          </a:xfrm>
        </p:spPr>
        <p:txBody>
          <a:bodyPr/>
          <a:lstStyle/>
          <a:p>
            <a:r>
              <a:rPr lang="lv-LV" dirty="0"/>
              <a:t>Projekta priekšskatījums – Sākuma aina</a:t>
            </a:r>
          </a:p>
        </p:txBody>
      </p:sp>
      <p:pic>
        <p:nvPicPr>
          <p:cNvPr id="9" name="Attēls 8">
            <a:extLst>
              <a:ext uri="{FF2B5EF4-FFF2-40B4-BE49-F238E27FC236}">
                <a16:creationId xmlns:a16="http://schemas.microsoft.com/office/drawing/2014/main" id="{FAD0FE07-040C-99FF-6097-7F9AD9638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5670" y="0"/>
            <a:ext cx="6709860" cy="6858000"/>
          </a:xfrm>
          <a:prstGeom prst="rect">
            <a:avLst/>
          </a:prstGeom>
        </p:spPr>
      </p:pic>
      <p:sp>
        <p:nvSpPr>
          <p:cNvPr id="10" name="Teksta vietturis 15">
            <a:extLst>
              <a:ext uri="{FF2B5EF4-FFF2-40B4-BE49-F238E27FC236}">
                <a16:creationId xmlns:a16="http://schemas.microsoft.com/office/drawing/2014/main" id="{4BA6E597-7B99-6560-B9AA-EA444A80A5E8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Tikko atverot datorspēli</a:t>
            </a:r>
          </a:p>
        </p:txBody>
      </p:sp>
    </p:spTree>
    <p:extLst>
      <p:ext uri="{BB962C8B-B14F-4D97-AF65-F5344CB8AC3E}">
        <p14:creationId xmlns:p14="http://schemas.microsoft.com/office/powerpoint/2010/main" val="938296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CB434-9254-34CE-D83B-25DE4116A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5F2413E-72AF-1C28-5BF5-99F6168D8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057" y="365125"/>
            <a:ext cx="4209689" cy="2621139"/>
          </a:xfrm>
        </p:spPr>
        <p:txBody>
          <a:bodyPr/>
          <a:lstStyle/>
          <a:p>
            <a:r>
              <a:rPr lang="lv-LV" dirty="0"/>
              <a:t>Projekta priekšskatījums – Līmeņu atlase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2E441715-BA5B-1950-F907-9A73F21212F0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Aizslēgtā līmeņa informācija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E4A00BD9-7809-472B-D3E7-ECE580C80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224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72571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9C24A-1569-7445-1EC2-9BC47CE66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7E7E274C-64A4-5306-F842-3B7B64F1E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9563" y="365125"/>
            <a:ext cx="4175184" cy="2621139"/>
          </a:xfrm>
        </p:spPr>
        <p:txBody>
          <a:bodyPr/>
          <a:lstStyle/>
          <a:p>
            <a:r>
              <a:rPr lang="lv-LV" dirty="0"/>
              <a:t>Projekta priekšskatījums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9329250C-62DC-D4C8-B9CD-BD7DDB0E0A72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Atlasītās ierīces koriģēšana ar mērījumu rīku</a:t>
            </a:r>
          </a:p>
        </p:txBody>
      </p:sp>
      <p:pic>
        <p:nvPicPr>
          <p:cNvPr id="4" name="Attēls 3">
            <a:extLst>
              <a:ext uri="{FF2B5EF4-FFF2-40B4-BE49-F238E27FC236}">
                <a16:creationId xmlns:a16="http://schemas.microsoft.com/office/drawing/2014/main" id="{734F1283-E4F6-374D-D045-4AF218739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997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1710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C3C4-DFB4-C86E-20BD-9616F8D0E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irsraksts 1">
            <a:extLst>
              <a:ext uri="{FF2B5EF4-FFF2-40B4-BE49-F238E27FC236}">
                <a16:creationId xmlns:a16="http://schemas.microsoft.com/office/drawing/2014/main" id="{BDB3203D-4132-9C06-9A1F-1D8033079E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059" y="365125"/>
            <a:ext cx="4168687" cy="2621139"/>
          </a:xfrm>
        </p:spPr>
        <p:txBody>
          <a:bodyPr/>
          <a:lstStyle/>
          <a:p>
            <a:r>
              <a:rPr lang="lv-LV" dirty="0"/>
              <a:t>Projekta priekšskatījums – Spēles laukums</a:t>
            </a:r>
          </a:p>
        </p:txBody>
      </p:sp>
      <p:sp>
        <p:nvSpPr>
          <p:cNvPr id="7" name="Teksta vietturis 15">
            <a:extLst>
              <a:ext uri="{FF2B5EF4-FFF2-40B4-BE49-F238E27FC236}">
                <a16:creationId xmlns:a16="http://schemas.microsoft.com/office/drawing/2014/main" id="{DCA411D3-6942-7C5C-F08B-A16107ACBC5E}"/>
              </a:ext>
            </a:extLst>
          </p:cNvPr>
          <p:cNvSpPr txBox="1">
            <a:spLocks/>
          </p:cNvSpPr>
          <p:nvPr/>
        </p:nvSpPr>
        <p:spPr>
          <a:xfrm>
            <a:off x="838199" y="3871737"/>
            <a:ext cx="3716548" cy="8447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 kern="1200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v-LV" sz="2800" dirty="0"/>
              <a:t>Uguņošanas stadija – spēlētāja ierīces uguņošanas sekojumu logs un trāpītie lādiņi laukumā</a:t>
            </a:r>
          </a:p>
        </p:txBody>
      </p:sp>
      <p:pic>
        <p:nvPicPr>
          <p:cNvPr id="5" name="Attēls 4">
            <a:extLst>
              <a:ext uri="{FF2B5EF4-FFF2-40B4-BE49-F238E27FC236}">
                <a16:creationId xmlns:a16="http://schemas.microsoft.com/office/drawing/2014/main" id="{1FD8DCBE-8CC6-CEF3-63C1-8CDDCE92FE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6081" y="0"/>
            <a:ext cx="6709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236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dizains">
  <a:themeElements>
    <a:clrScheme name="Custom 18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2A25D"/>
      </a:accent1>
      <a:accent2>
        <a:srgbClr val="A0DADE"/>
      </a:accent2>
      <a:accent3>
        <a:srgbClr val="CCB5E5"/>
      </a:accent3>
      <a:accent4>
        <a:srgbClr val="29285D"/>
      </a:accent4>
      <a:accent5>
        <a:srgbClr val="EDF1F2"/>
      </a:accent5>
      <a:accent6>
        <a:srgbClr val="70AD47"/>
      </a:accent6>
      <a:hlink>
        <a:srgbClr val="A0DADE"/>
      </a:hlink>
      <a:folHlink>
        <a:srgbClr val="954F72"/>
      </a:folHlink>
    </a:clrScheme>
    <a:fontScheme name="Custom 62">
      <a:majorFont>
        <a:latin typeface="Skeena"/>
        <a:ea typeface=""/>
        <a:cs typeface=""/>
      </a:majorFont>
      <a:minorFont>
        <a:latin typeface="Skee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9396286_TF03460514_Win32" id="{477CC41E-76C1-4457-8534-FF93B790C5F8}" vid="{93DC670D-0A07-4985-9137-B3C54525D606}"/>
    </a:ext>
  </a:extLst>
</a:theme>
</file>

<file path=ppt/theme/theme2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dizain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1" ma:contentTypeDescription="Create a new document." ma:contentTypeScope="" ma:versionID="64dfb1555687e0874b4304b796b5b0c7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6e4c555b5e194d05b7203de9c4567b3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7ACD96E-49A0-4DA4-A7BB-AC2D8874213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618C13B-9D83-4AF4-B64D-33362D5133F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A4F7154-AFAC-4BE7-8A74-7F4B6FC274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Darbinieku orientācijas prezentācija</Template>
  <TotalTime>4125</TotalTime>
  <Words>744</Words>
  <Application>Microsoft Office PowerPoint</Application>
  <PresentationFormat>Platekrāna</PresentationFormat>
  <Paragraphs>171</Paragraphs>
  <Slides>33</Slides>
  <Notes>3</Notes>
  <HiddenSlides>0</HiddenSlides>
  <MMClips>0</MMClips>
  <ScaleCrop>false</ScaleCrop>
  <HeadingPairs>
    <vt:vector size="6" baseType="variant">
      <vt:variant>
        <vt:lpstr>Lietotie fonti</vt:lpstr>
      </vt:variant>
      <vt:variant>
        <vt:i4>3</vt:i4>
      </vt:variant>
      <vt:variant>
        <vt:lpstr>Dizains</vt:lpstr>
      </vt:variant>
      <vt:variant>
        <vt:i4>1</vt:i4>
      </vt:variant>
      <vt:variant>
        <vt:lpstr>Slaidu virsraksti</vt:lpstr>
      </vt:variant>
      <vt:variant>
        <vt:i4>33</vt:i4>
      </vt:variant>
    </vt:vector>
  </HeadingPairs>
  <TitlesOfParts>
    <vt:vector size="37" baseType="lpstr">
      <vt:lpstr>Arial</vt:lpstr>
      <vt:lpstr>Calibri</vt:lpstr>
      <vt:lpstr>Times New Roman</vt:lpstr>
      <vt:lpstr>Office dizains</vt:lpstr>
      <vt:lpstr>2D datorspēle «Drumstalotājs»</vt:lpstr>
      <vt:lpstr>Ievads</vt:lpstr>
      <vt:lpstr>«Design Bureau Logika» Mīnmetēja simulators</vt:lpstr>
      <vt:lpstr>Mērķis</vt:lpstr>
      <vt:lpstr>Vispārīgās prasības</vt:lpstr>
      <vt:lpstr>Lietotāja rakstura iezīmes</vt:lpstr>
      <vt:lpstr>Izstrādes soļi</vt:lpstr>
      <vt:lpstr>Izstrādes rīki un valodas</vt:lpstr>
      <vt:lpstr>Versiju kontrole</vt:lpstr>
      <vt:lpstr>Modeļi</vt:lpstr>
      <vt:lpstr>Modeļi – Sistēmas pārvaldnieks</vt:lpstr>
      <vt:lpstr>Modeļi – Ainas</vt:lpstr>
      <vt:lpstr>Modeļi – Ainas</vt:lpstr>
      <vt:lpstr>Modeļi – Karte</vt:lpstr>
      <vt:lpstr>Modeļi – Kartes objekti</vt:lpstr>
      <vt:lpstr>Modeļi – Spēles laukuma ainas stadijas</vt:lpstr>
      <vt:lpstr>Kodu priekšskatījumi</vt:lpstr>
      <vt:lpstr>Kods – Ierīces īpašības</vt:lpstr>
      <vt:lpstr>Kods – Lādiņa ballistika</vt:lpstr>
      <vt:lpstr>Kods – Lādiņa ballistika</vt:lpstr>
      <vt:lpstr>Kods – Uguņošanas stadija</vt:lpstr>
      <vt:lpstr>Kods – Uguņošanas stadija</vt:lpstr>
      <vt:lpstr>Kods – Kartes komponente</vt:lpstr>
      <vt:lpstr>Testēšana</vt:lpstr>
      <vt:lpstr>Testēšana - Identifikatori</vt:lpstr>
      <vt:lpstr>Testēšana – Testpiemēru fragments</vt:lpstr>
      <vt:lpstr>Testēšana – Žurnāla fragments</vt:lpstr>
      <vt:lpstr>Secinājumi</vt:lpstr>
      <vt:lpstr>Ainas priekšskatījumi</vt:lpstr>
      <vt:lpstr>Projekta priekšskatījums – Sākuma aina</vt:lpstr>
      <vt:lpstr>Projekta priekšskatījums – Līmeņu atlase</vt:lpstr>
      <vt:lpstr>Projekta priekšskatījums – Spēles laukums</vt:lpstr>
      <vt:lpstr>Projekta priekšskatījums – Spēles laukums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hval</dc:creator>
  <cp:lastModifiedBy>hval</cp:lastModifiedBy>
  <cp:revision>336</cp:revision>
  <dcterms:created xsi:type="dcterms:W3CDTF">2026-06-09T16:32:45Z</dcterms:created>
  <dcterms:modified xsi:type="dcterms:W3CDTF">2026-06-16T10:39:20Z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