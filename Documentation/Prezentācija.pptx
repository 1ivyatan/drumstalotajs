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80"/>
  </p:notesMasterIdLst>
  <p:handoutMasterIdLst>
    <p:handoutMasterId r:id="rId81"/>
  </p:handoutMasterIdLst>
  <p:sldIdLst>
    <p:sldId id="256" r:id="rId5"/>
    <p:sldId id="285" r:id="rId6"/>
    <p:sldId id="257" r:id="rId7"/>
    <p:sldId id="286" r:id="rId8"/>
    <p:sldId id="287" r:id="rId9"/>
    <p:sldId id="316" r:id="rId10"/>
    <p:sldId id="318" r:id="rId11"/>
    <p:sldId id="317" r:id="rId12"/>
    <p:sldId id="288" r:id="rId13"/>
    <p:sldId id="258" r:id="rId14"/>
    <p:sldId id="292" r:id="rId15"/>
    <p:sldId id="294" r:id="rId16"/>
    <p:sldId id="289" r:id="rId17"/>
    <p:sldId id="293" r:id="rId18"/>
    <p:sldId id="296" r:id="rId19"/>
    <p:sldId id="321" r:id="rId20"/>
    <p:sldId id="323" r:id="rId21"/>
    <p:sldId id="297" r:id="rId22"/>
    <p:sldId id="322" r:id="rId23"/>
    <p:sldId id="324" r:id="rId24"/>
    <p:sldId id="325" r:id="rId25"/>
    <p:sldId id="337" r:id="rId26"/>
    <p:sldId id="326" r:id="rId27"/>
    <p:sldId id="327" r:id="rId28"/>
    <p:sldId id="329" r:id="rId29"/>
    <p:sldId id="332" r:id="rId30"/>
    <p:sldId id="334" r:id="rId31"/>
    <p:sldId id="331" r:id="rId32"/>
    <p:sldId id="335" r:id="rId33"/>
    <p:sldId id="336" r:id="rId34"/>
    <p:sldId id="259" r:id="rId35"/>
    <p:sldId id="310" r:id="rId36"/>
    <p:sldId id="305" r:id="rId37"/>
    <p:sldId id="308" r:id="rId38"/>
    <p:sldId id="309" r:id="rId39"/>
    <p:sldId id="319" r:id="rId40"/>
    <p:sldId id="320" r:id="rId41"/>
    <p:sldId id="306" r:id="rId42"/>
    <p:sldId id="307" r:id="rId43"/>
    <p:sldId id="311" r:id="rId44"/>
    <p:sldId id="314" r:id="rId45"/>
    <p:sldId id="315" r:id="rId46"/>
    <p:sldId id="312" r:id="rId47"/>
    <p:sldId id="313" r:id="rId48"/>
    <p:sldId id="338" r:id="rId49"/>
    <p:sldId id="339" r:id="rId50"/>
    <p:sldId id="340" r:id="rId51"/>
    <p:sldId id="341" r:id="rId52"/>
    <p:sldId id="303" r:id="rId53"/>
    <p:sldId id="302" r:id="rId54"/>
    <p:sldId id="304" r:id="rId55"/>
    <p:sldId id="261" r:id="rId56"/>
    <p:sldId id="262" r:id="rId57"/>
    <p:sldId id="263" r:id="rId58"/>
    <p:sldId id="264" r:id="rId59"/>
    <p:sldId id="265" r:id="rId60"/>
    <p:sldId id="266" r:id="rId61"/>
    <p:sldId id="267" r:id="rId62"/>
    <p:sldId id="268" r:id="rId63"/>
    <p:sldId id="269" r:id="rId64"/>
    <p:sldId id="270" r:id="rId65"/>
    <p:sldId id="271" r:id="rId66"/>
    <p:sldId id="272" r:id="rId67"/>
    <p:sldId id="273" r:id="rId68"/>
    <p:sldId id="274" r:id="rId69"/>
    <p:sldId id="275" r:id="rId70"/>
    <p:sldId id="276" r:id="rId71"/>
    <p:sldId id="277" r:id="rId72"/>
    <p:sldId id="278" r:id="rId73"/>
    <p:sldId id="279" r:id="rId74"/>
    <p:sldId id="280" r:id="rId75"/>
    <p:sldId id="281" r:id="rId76"/>
    <p:sldId id="282" r:id="rId77"/>
    <p:sldId id="283" r:id="rId78"/>
    <p:sldId id="284" r:id="rId79"/>
  </p:sldIdLst>
  <p:sldSz cx="12192000" cy="6858000"/>
  <p:notesSz cx="6858000" cy="9144000"/>
  <p:defaultTextStyle>
    <a:defPPr rtl="0">
      <a:defRPr lang="lv-LV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6" name="Autors" initials="A" lastIdx="0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Vidējs stils 2 - izcēlums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Vidējs stils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3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876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84" Type="http://schemas.openxmlformats.org/officeDocument/2006/relationships/viewProps" Target="viewProps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slide" Target="slides/slide75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slide" Target="slides/slide73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openxmlformats.org/officeDocument/2006/relationships/notesMaster" Target="notesMasters/notesMaster1.xml"/><Relationship Id="rId85" Type="http://schemas.openxmlformats.org/officeDocument/2006/relationships/theme" Target="theme/theme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83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81" Type="http://schemas.openxmlformats.org/officeDocument/2006/relationships/handoutMaster" Target="handoutMasters/handoutMaster1.xml"/><Relationship Id="rId86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microsoft.com/office/2018/10/relationships/authors" Target="authors.xml"/><Relationship Id="rId61" Type="http://schemas.openxmlformats.org/officeDocument/2006/relationships/slide" Target="slides/slide57.xml"/><Relationship Id="rId82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alvenes vietturis 1">
            <a:extLst>
              <a:ext uri="{FF2B5EF4-FFF2-40B4-BE49-F238E27FC236}">
                <a16:creationId xmlns:a16="http://schemas.microsoft.com/office/drawing/2014/main" id="{9B5B42BD-8D3B-4B09-9029-8C63687D5D9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lv-LV"/>
          </a:p>
        </p:txBody>
      </p:sp>
      <p:sp>
        <p:nvSpPr>
          <p:cNvPr id="3" name="Datuma vietturis 2">
            <a:extLst>
              <a:ext uri="{FF2B5EF4-FFF2-40B4-BE49-F238E27FC236}">
                <a16:creationId xmlns:a16="http://schemas.microsoft.com/office/drawing/2014/main" id="{1E2EC764-34EA-4620-8CF9-F605D96BC33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2340BE89-99F8-4DEA-A196-98AA103604A9}" type="datetime1">
              <a:rPr lang="lv-LV" smtClean="0"/>
              <a:t>14.06.2026</a:t>
            </a:fld>
            <a:endParaRPr lang="lv-LV"/>
          </a:p>
        </p:txBody>
      </p:sp>
      <p:sp>
        <p:nvSpPr>
          <p:cNvPr id="4" name="Kājenes vietturis 3">
            <a:extLst>
              <a:ext uri="{FF2B5EF4-FFF2-40B4-BE49-F238E27FC236}">
                <a16:creationId xmlns:a16="http://schemas.microsoft.com/office/drawing/2014/main" id="{3C1FA7CC-A0A2-4292-AA1A-FFA1D3AC968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lv-LV"/>
          </a:p>
        </p:txBody>
      </p:sp>
      <p:sp>
        <p:nvSpPr>
          <p:cNvPr id="5" name="Slaida numura vietturis 4">
            <a:extLst>
              <a:ext uri="{FF2B5EF4-FFF2-40B4-BE49-F238E27FC236}">
                <a16:creationId xmlns:a16="http://schemas.microsoft.com/office/drawing/2014/main" id="{36C9D8F1-C311-48E0-A5EA-6AC70E14D0F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F827EC1-36E0-417D-8141-8D14DF1BDFD9}" type="slidenum">
              <a:rPr lang="lv-LV" smtClean="0"/>
              <a:t>‹#›</a:t>
            </a:fld>
            <a:endParaRPr lang="lv-LV"/>
          </a:p>
        </p:txBody>
      </p:sp>
    </p:spTree>
    <p:extLst>
      <p:ext uri="{BB962C8B-B14F-4D97-AF65-F5344CB8AC3E}">
        <p14:creationId xmlns:p14="http://schemas.microsoft.com/office/powerpoint/2010/main" val="64585220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alvenes vietturis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lv-LV" noProof="0"/>
          </a:p>
        </p:txBody>
      </p:sp>
      <p:sp>
        <p:nvSpPr>
          <p:cNvPr id="3" name="Datuma vietturis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0AA59361-939B-4603-8A5C-F5C08C81B8CD}" type="datetime1">
              <a:rPr lang="lv-LV" noProof="0" smtClean="0"/>
              <a:t>14.06.2026</a:t>
            </a:fld>
            <a:endParaRPr lang="lv-LV" noProof="0"/>
          </a:p>
        </p:txBody>
      </p:sp>
      <p:sp>
        <p:nvSpPr>
          <p:cNvPr id="4" name="Slaida attēla vietturi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lv-LV" noProof="0"/>
          </a:p>
        </p:txBody>
      </p:sp>
      <p:sp>
        <p:nvSpPr>
          <p:cNvPr id="5" name="Piezīmju vietturi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lv-LV" noProof="0"/>
              <a:t>Noklikšķiniet, lai rediģētu šablona tekstu stilus</a:t>
            </a:r>
          </a:p>
          <a:p>
            <a:pPr lvl="1" rtl="0"/>
            <a:r>
              <a:rPr lang="lv-LV" noProof="0"/>
              <a:t>Otrais līmenis</a:t>
            </a:r>
          </a:p>
          <a:p>
            <a:pPr lvl="2" rtl="0"/>
            <a:r>
              <a:rPr lang="lv-LV" noProof="0"/>
              <a:t>Trešais līmenis</a:t>
            </a:r>
          </a:p>
          <a:p>
            <a:pPr lvl="3" rtl="0"/>
            <a:r>
              <a:rPr lang="lv-LV" noProof="0"/>
              <a:t>Ceturtais līmenis</a:t>
            </a:r>
          </a:p>
          <a:p>
            <a:pPr lvl="4" rtl="0"/>
            <a:r>
              <a:rPr lang="lv-LV" noProof="0"/>
              <a:t>Piektais līmenis</a:t>
            </a:r>
          </a:p>
        </p:txBody>
      </p:sp>
      <p:sp>
        <p:nvSpPr>
          <p:cNvPr id="6" name="Kājenes vietturis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lv-LV" noProof="0"/>
          </a:p>
        </p:txBody>
      </p:sp>
      <p:sp>
        <p:nvSpPr>
          <p:cNvPr id="7" name="Slaida numura vietturis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35BAF473-2665-42A7-89E3-C7BA7EB58D12}" type="slidenum">
              <a:rPr lang="lv-LV" noProof="0" smtClean="0"/>
              <a:t>‹#›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6935489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lv-LV"/>
          </a:p>
        </p:txBody>
      </p:sp>
      <p:sp>
        <p:nvSpPr>
          <p:cNvPr id="4" name="Slaida numura vietturis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35BAF473-2665-42A7-89E3-C7BA7EB58D12}" type="slidenum">
              <a:rPr lang="lv-LV" smtClean="0"/>
              <a:t>1</a:t>
            </a:fld>
            <a:endParaRPr lang="lv-LV"/>
          </a:p>
        </p:txBody>
      </p:sp>
    </p:spTree>
    <p:extLst>
      <p:ext uri="{BB962C8B-B14F-4D97-AF65-F5344CB8AC3E}">
        <p14:creationId xmlns:p14="http://schemas.microsoft.com/office/powerpoint/2010/main" val="18333973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13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4147911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3B82A-0BF7-7106-26FE-C2E105B2B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2EAF05F0-922E-D656-B278-A32142B19E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0F58FC38-1704-40AD-437D-1BB8B108F8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4DB34094-A0E0-C332-3015-74C43A7AB4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14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493045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367FD-2D90-C703-C103-23ABF77BC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84FD1BC7-DE19-3FF7-24CB-430DE0DD4F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D41B953C-080C-D504-3E9C-87A56AF264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68993DA4-A442-5263-81E2-1A36761EB1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15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9813190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686A3-5661-4255-96C6-767CB4795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31A9AE39-EECD-6DCA-41E2-6E807B1A7D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8058173B-125B-B7E9-F2DA-F459538F68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5A42E67D-2BF7-C0EB-5892-CAB5703EB0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18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31667215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52CC9-BB6A-D927-B299-B556DBEC40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53718371-51ED-89F4-94E9-4FB30FF780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C0223822-CF4A-5792-3A11-C381086D22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144C997E-D006-B753-905A-120C5F5784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22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2686606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62A9C-E682-EB43-2618-CA07E2C43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7D9A87DB-EB3B-286D-FB03-50D0FAC702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95FD26DB-D9FA-0903-9363-1C59909239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3657B54F-439B-2414-3DCC-B6B6CB093F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29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1787792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0C2A1-7494-F784-C629-E9C9BF2D4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2785221C-AD45-087E-2A4A-B0F4E6EBF0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7F3A9CCF-5485-B195-5A67-86DA57BCD9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3E6396BE-8EE3-4EC0-3018-8065915160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30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8768145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Virsraksta slaid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aisnstūris 6">
            <a:extLst>
              <a:ext uri="{FF2B5EF4-FFF2-40B4-BE49-F238E27FC236}">
                <a16:creationId xmlns:a16="http://schemas.microsoft.com/office/drawing/2014/main" id="{A3215B1E-B289-4C56-BCC0-2AB8CF93E2A1}"/>
              </a:ext>
            </a:extLst>
          </p:cNvPr>
          <p:cNvSpPr/>
          <p:nvPr userDrawn="1"/>
        </p:nvSpPr>
        <p:spPr>
          <a:xfrm>
            <a:off x="8610600" y="0"/>
            <a:ext cx="35814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38200" y="2465970"/>
            <a:ext cx="5739882" cy="2387600"/>
          </a:xfrm>
        </p:spPr>
        <p:txBody>
          <a:bodyPr rtlCol="0" anchor="b">
            <a:normAutofit/>
          </a:bodyPr>
          <a:lstStyle>
            <a:lvl1pPr algn="l">
              <a:defRPr sz="54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Apakšvirsraksts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5159827"/>
            <a:ext cx="5739882" cy="783773"/>
          </a:xfrm>
        </p:spPr>
        <p:txBody>
          <a:bodyPr rtlCol="0"/>
          <a:lstStyle>
            <a:lvl1pPr marL="0" indent="0" algn="l">
              <a:buNone/>
              <a:defRPr sz="24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lv-LV" noProof="0"/>
              <a:t>Noklikšķiniet, lai rediģētu šablona apakšvirsraksta stilu</a:t>
            </a:r>
          </a:p>
        </p:txBody>
      </p:sp>
    </p:spTree>
    <p:extLst>
      <p:ext uri="{BB962C8B-B14F-4D97-AF65-F5344CB8AC3E}">
        <p14:creationId xmlns:p14="http://schemas.microsoft.com/office/powerpoint/2010/main" val="3839583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Virsraksts un satur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0" y="822325"/>
            <a:ext cx="5684520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69280" y="2595562"/>
            <a:ext cx="5684520" cy="3181034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29197FF6-6321-41EE-A0C4-DEC0761A3C01}"/>
              </a:ext>
            </a:extLst>
          </p:cNvPr>
          <p:cNvSpPr/>
          <p:nvPr userDrawn="1"/>
        </p:nvSpPr>
        <p:spPr>
          <a:xfrm>
            <a:off x="0" y="0"/>
            <a:ext cx="4175760" cy="38404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aisnstūris 10">
            <a:extLst>
              <a:ext uri="{FF2B5EF4-FFF2-40B4-BE49-F238E27FC236}">
                <a16:creationId xmlns:a16="http://schemas.microsoft.com/office/drawing/2014/main" id="{E545EFDD-D97D-44D9-8A6D-0FACEE0964B3}"/>
              </a:ext>
            </a:extLst>
          </p:cNvPr>
          <p:cNvSpPr/>
          <p:nvPr userDrawn="1"/>
        </p:nvSpPr>
        <p:spPr>
          <a:xfrm flipV="1">
            <a:off x="0" y="3840480"/>
            <a:ext cx="4175760" cy="2087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aisnstūris 12">
            <a:extLst>
              <a:ext uri="{FF2B5EF4-FFF2-40B4-BE49-F238E27FC236}">
                <a16:creationId xmlns:a16="http://schemas.microsoft.com/office/drawing/2014/main" id="{B54E59D1-0F68-4FA3-944D-63FCD442DA66}"/>
              </a:ext>
            </a:extLst>
          </p:cNvPr>
          <p:cNvSpPr/>
          <p:nvPr userDrawn="1"/>
        </p:nvSpPr>
        <p:spPr>
          <a:xfrm flipV="1">
            <a:off x="0" y="5928360"/>
            <a:ext cx="4175760" cy="929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Slaida numura vietturis 6">
            <a:extLst>
              <a:ext uri="{FF2B5EF4-FFF2-40B4-BE49-F238E27FC236}">
                <a16:creationId xmlns:a16="http://schemas.microsoft.com/office/drawing/2014/main" id="{0D2AF818-9E4C-485A-8EA3-3BD5917D5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11645874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 un divi satura blok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822325"/>
            <a:ext cx="5684520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2595562"/>
            <a:ext cx="5684520" cy="441552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sz="1800" b="1" kern="1200" dirty="0" smtClean="0">
                <a:solidFill>
                  <a:schemeClr val="accent2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29197FF6-6321-41EE-A0C4-DEC0761A3C01}"/>
              </a:ext>
            </a:extLst>
          </p:cNvPr>
          <p:cNvSpPr/>
          <p:nvPr userDrawn="1"/>
        </p:nvSpPr>
        <p:spPr>
          <a:xfrm>
            <a:off x="8016240" y="0"/>
            <a:ext cx="2401389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aisnstūris 10">
            <a:extLst>
              <a:ext uri="{FF2B5EF4-FFF2-40B4-BE49-F238E27FC236}">
                <a16:creationId xmlns:a16="http://schemas.microsoft.com/office/drawing/2014/main" id="{E545EFDD-D97D-44D9-8A6D-0FACEE0964B3}"/>
              </a:ext>
            </a:extLst>
          </p:cNvPr>
          <p:cNvSpPr/>
          <p:nvPr userDrawn="1"/>
        </p:nvSpPr>
        <p:spPr>
          <a:xfrm flipV="1">
            <a:off x="10417629" y="0"/>
            <a:ext cx="177437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aisnstūris 12">
            <a:extLst>
              <a:ext uri="{FF2B5EF4-FFF2-40B4-BE49-F238E27FC236}">
                <a16:creationId xmlns:a16="http://schemas.microsoft.com/office/drawing/2014/main" id="{B54E59D1-0F68-4FA3-944D-63FCD442DA66}"/>
              </a:ext>
            </a:extLst>
          </p:cNvPr>
          <p:cNvSpPr/>
          <p:nvPr userDrawn="1"/>
        </p:nvSpPr>
        <p:spPr>
          <a:xfrm flipV="1">
            <a:off x="11800114" y="0"/>
            <a:ext cx="391886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Satura vietturis 2">
            <a:extLst>
              <a:ext uri="{FF2B5EF4-FFF2-40B4-BE49-F238E27FC236}">
                <a16:creationId xmlns:a16="http://schemas.microsoft.com/office/drawing/2014/main" id="{620C3808-5997-40A2-83EF-E2136C52EFE1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838200" y="4529818"/>
            <a:ext cx="5684520" cy="441552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sz="1800" b="1" kern="1200" dirty="0">
                <a:solidFill>
                  <a:schemeClr val="accent2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lv-LV" noProof="0"/>
              <a:t>Noklikšķiniet, lai rediģētu šablona tekstu stilus</a:t>
            </a:r>
          </a:p>
        </p:txBody>
      </p:sp>
      <p:sp>
        <p:nvSpPr>
          <p:cNvPr id="8" name="Satura vietturis 2">
            <a:extLst>
              <a:ext uri="{FF2B5EF4-FFF2-40B4-BE49-F238E27FC236}">
                <a16:creationId xmlns:a16="http://schemas.microsoft.com/office/drawing/2014/main" id="{EAD9A34D-2599-4944-8F4B-6953690367E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838200" y="3040514"/>
            <a:ext cx="5684520" cy="1106942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0" name="Satura vietturis 2">
            <a:extLst>
              <a:ext uri="{FF2B5EF4-FFF2-40B4-BE49-F238E27FC236}">
                <a16:creationId xmlns:a16="http://schemas.microsoft.com/office/drawing/2014/main" id="{4D123A04-698E-4E6B-BB2C-C4FCA2CFBB9A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38200" y="4993888"/>
            <a:ext cx="5684520" cy="1106942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56CF1EF3-47EB-0FC8-C471-9E4606A593A5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>
                <a:solidFill>
                  <a:schemeClr val="bg1"/>
                </a:solidFill>
              </a:rPr>
              <a:pPr/>
              <a:t>‹#›</a:t>
            </a:fld>
            <a:endParaRPr lang="lv-LV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56824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 un četri satura blok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Virsraksts 1">
            <a:extLst>
              <a:ext uri="{FF2B5EF4-FFF2-40B4-BE49-F238E27FC236}">
                <a16:creationId xmlns:a16="http://schemas.microsoft.com/office/drawing/2014/main" id="{C2A3DF3F-0A0C-4018-A9D5-6DE43170F3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24742" y="822325"/>
            <a:ext cx="9329058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8" name="Satura vietturis 2">
            <a:extLst>
              <a:ext uri="{FF2B5EF4-FFF2-40B4-BE49-F238E27FC236}">
                <a16:creationId xmlns:a16="http://schemas.microsoft.com/office/drawing/2014/main" id="{B2E9ED8E-C27B-434B-BABA-E66DF12C503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024742" y="259556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0" name="Taisnstūris 9">
            <a:extLst>
              <a:ext uri="{FF2B5EF4-FFF2-40B4-BE49-F238E27FC236}">
                <a16:creationId xmlns:a16="http://schemas.microsoft.com/office/drawing/2014/main" id="{CA9EBAE4-D52F-453F-8270-8B6E097489BF}"/>
              </a:ext>
            </a:extLst>
          </p:cNvPr>
          <p:cNvSpPr/>
          <p:nvPr userDrawn="1"/>
        </p:nvSpPr>
        <p:spPr>
          <a:xfrm>
            <a:off x="0" y="-1"/>
            <a:ext cx="674914" cy="68579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aisnstūris 11">
            <a:extLst>
              <a:ext uri="{FF2B5EF4-FFF2-40B4-BE49-F238E27FC236}">
                <a16:creationId xmlns:a16="http://schemas.microsoft.com/office/drawing/2014/main" id="{E9FC540D-D53A-486F-96EA-3488254DA8F1}"/>
              </a:ext>
            </a:extLst>
          </p:cNvPr>
          <p:cNvSpPr/>
          <p:nvPr userDrawn="1"/>
        </p:nvSpPr>
        <p:spPr>
          <a:xfrm flipV="1">
            <a:off x="674914" y="0"/>
            <a:ext cx="67491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Satura vietturis 2">
            <a:extLst>
              <a:ext uri="{FF2B5EF4-FFF2-40B4-BE49-F238E27FC236}">
                <a16:creationId xmlns:a16="http://schemas.microsoft.com/office/drawing/2014/main" id="{AA5699F8-E412-4D90-AD9E-5A933F03D673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7019111" y="259556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5" name="Satura vietturis 2">
            <a:extLst>
              <a:ext uri="{FF2B5EF4-FFF2-40B4-BE49-F238E27FC236}">
                <a16:creationId xmlns:a16="http://schemas.microsoft.com/office/drawing/2014/main" id="{3C6CD4EE-A2DF-4227-8E8E-061E1811B311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2024742" y="444613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6" name="Satura vietturis 2">
            <a:extLst>
              <a:ext uri="{FF2B5EF4-FFF2-40B4-BE49-F238E27FC236}">
                <a16:creationId xmlns:a16="http://schemas.microsoft.com/office/drawing/2014/main" id="{2BD7E863-25A7-4713-A3A0-9A5F432FE00D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019111" y="444613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7" name="Satura vietturis 2">
            <a:extLst>
              <a:ext uri="{FF2B5EF4-FFF2-40B4-BE49-F238E27FC236}">
                <a16:creationId xmlns:a16="http://schemas.microsoft.com/office/drawing/2014/main" id="{13EEC52D-9939-4E0F-B26E-6287735877F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2024740" y="306977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8" name="Satura vietturis 2">
            <a:extLst>
              <a:ext uri="{FF2B5EF4-FFF2-40B4-BE49-F238E27FC236}">
                <a16:creationId xmlns:a16="http://schemas.microsoft.com/office/drawing/2014/main" id="{3F6A9263-89CC-446B-AA55-FA0F0180A706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7019109" y="306977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9" name="Satura vietturis 2">
            <a:extLst>
              <a:ext uri="{FF2B5EF4-FFF2-40B4-BE49-F238E27FC236}">
                <a16:creationId xmlns:a16="http://schemas.microsoft.com/office/drawing/2014/main" id="{73A562DC-F1FD-4766-B507-CC08FBA1EE68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2024740" y="492034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20" name="Satura vietturis 2">
            <a:extLst>
              <a:ext uri="{FF2B5EF4-FFF2-40B4-BE49-F238E27FC236}">
                <a16:creationId xmlns:a16="http://schemas.microsoft.com/office/drawing/2014/main" id="{B4A99B91-CC4B-4964-B372-94ED4BB9A772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7019109" y="492034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2" name="Slaida numura vietturis 6">
            <a:extLst>
              <a:ext uri="{FF2B5EF4-FFF2-40B4-BE49-F238E27FC236}">
                <a16:creationId xmlns:a16="http://schemas.microsoft.com/office/drawing/2014/main" id="{89F224E0-CA88-860E-5908-E4AA40DFBCA8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2482153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 un kreisais satur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Virsraksts 1">
            <a:extLst>
              <a:ext uri="{FF2B5EF4-FFF2-40B4-BE49-F238E27FC236}">
                <a16:creationId xmlns:a16="http://schemas.microsoft.com/office/drawing/2014/main" id="{79BF9015-BE24-42C7-B20B-596FE57DE3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73480" y="3864426"/>
            <a:ext cx="5684520" cy="737734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virsrakstu</a:t>
            </a:r>
          </a:p>
        </p:txBody>
      </p:sp>
      <p:sp>
        <p:nvSpPr>
          <p:cNvPr id="8" name="Satura vietturis 2">
            <a:extLst>
              <a:ext uri="{FF2B5EF4-FFF2-40B4-BE49-F238E27FC236}">
                <a16:creationId xmlns:a16="http://schemas.microsoft.com/office/drawing/2014/main" id="{37368391-D103-4780-88AC-9746C035960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73480" y="4879291"/>
            <a:ext cx="5684520" cy="1325563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0" name="Taisnstūris 9">
            <a:extLst>
              <a:ext uri="{FF2B5EF4-FFF2-40B4-BE49-F238E27FC236}">
                <a16:creationId xmlns:a16="http://schemas.microsoft.com/office/drawing/2014/main" id="{AA0B4B24-EFFA-49CE-88D9-B8E2ECE17208}"/>
              </a:ext>
            </a:extLst>
          </p:cNvPr>
          <p:cNvSpPr/>
          <p:nvPr userDrawn="1"/>
        </p:nvSpPr>
        <p:spPr>
          <a:xfrm>
            <a:off x="0" y="-1820708"/>
            <a:ext cx="12192000" cy="3429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aisnstūris 11">
            <a:extLst>
              <a:ext uri="{FF2B5EF4-FFF2-40B4-BE49-F238E27FC236}">
                <a16:creationId xmlns:a16="http://schemas.microsoft.com/office/drawing/2014/main" id="{A94AD39F-C2DD-4F6A-8AB9-EA5E0024EB1C}"/>
              </a:ext>
            </a:extLst>
          </p:cNvPr>
          <p:cNvSpPr/>
          <p:nvPr userDrawn="1"/>
        </p:nvSpPr>
        <p:spPr>
          <a:xfrm flipV="1">
            <a:off x="8016240" y="0"/>
            <a:ext cx="417576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0EE83AD3-B30F-42CE-99A0-D50CDB9C951F}"/>
              </a:ext>
            </a:extLst>
          </p:cNvPr>
          <p:cNvSpPr/>
          <p:nvPr userDrawn="1"/>
        </p:nvSpPr>
        <p:spPr>
          <a:xfrm>
            <a:off x="8011886" y="1608292"/>
            <a:ext cx="4180114" cy="524970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Slaida numura vietturis 6">
            <a:extLst>
              <a:ext uri="{FF2B5EF4-FFF2-40B4-BE49-F238E27FC236}">
                <a16:creationId xmlns:a16="http://schemas.microsoft.com/office/drawing/2014/main" id="{024AE987-AB2C-B9A0-CE42-5B273FAEE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46433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entra teksts ar augšējo apmali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53740" y="1957701"/>
            <a:ext cx="5684520" cy="1305562"/>
          </a:xfrm>
        </p:spPr>
        <p:txBody>
          <a:bodyPr rtlCol="0" anchor="b"/>
          <a:lstStyle>
            <a:lvl1pPr algn="ctr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253740" y="3429000"/>
            <a:ext cx="5684520" cy="2347596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4" name="Taisnstūris 3">
            <a:extLst>
              <a:ext uri="{FF2B5EF4-FFF2-40B4-BE49-F238E27FC236}">
                <a16:creationId xmlns:a16="http://schemas.microsoft.com/office/drawing/2014/main" id="{2B217CA4-9423-45D5-AD1D-2415B600F1DD}"/>
              </a:ext>
            </a:extLst>
          </p:cNvPr>
          <p:cNvSpPr/>
          <p:nvPr userDrawn="1"/>
        </p:nvSpPr>
        <p:spPr>
          <a:xfrm>
            <a:off x="0" y="0"/>
            <a:ext cx="12192000" cy="10814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Slaida numura vietturis 6">
            <a:extLst>
              <a:ext uri="{FF2B5EF4-FFF2-40B4-BE49-F238E27FC236}">
                <a16:creationId xmlns:a16="http://schemas.microsoft.com/office/drawing/2014/main" id="{C1DD352D-4AF8-3AAB-893E-15EC13B48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39816077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entra tekst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53740" y="1957701"/>
            <a:ext cx="5684520" cy="1305562"/>
          </a:xfrm>
        </p:spPr>
        <p:txBody>
          <a:bodyPr rtlCol="0" anchor="b"/>
          <a:lstStyle>
            <a:lvl1pPr algn="ctr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253740" y="3429000"/>
            <a:ext cx="5684520" cy="2347596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5" name="Taisnstūris 4">
            <a:extLst>
              <a:ext uri="{FF2B5EF4-FFF2-40B4-BE49-F238E27FC236}">
                <a16:creationId xmlns:a16="http://schemas.microsoft.com/office/drawing/2014/main" id="{D7B514D1-FFF2-4784-BC98-5C209566EB25}"/>
              </a:ext>
            </a:extLst>
          </p:cNvPr>
          <p:cNvSpPr/>
          <p:nvPr userDrawn="1"/>
        </p:nvSpPr>
        <p:spPr>
          <a:xfrm>
            <a:off x="0" y="0"/>
            <a:ext cx="191588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aisnstūris 6">
            <a:extLst>
              <a:ext uri="{FF2B5EF4-FFF2-40B4-BE49-F238E27FC236}">
                <a16:creationId xmlns:a16="http://schemas.microsoft.com/office/drawing/2014/main" id="{9F775047-FCCD-48A9-AE4B-E4619B3FA069}"/>
              </a:ext>
            </a:extLst>
          </p:cNvPr>
          <p:cNvSpPr/>
          <p:nvPr userDrawn="1"/>
        </p:nvSpPr>
        <p:spPr>
          <a:xfrm>
            <a:off x="10276114" y="0"/>
            <a:ext cx="191588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64FF2452-A8E8-117D-F41A-A5F808B30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55260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Četri satura bloki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isnstūris 2">
            <a:extLst>
              <a:ext uri="{FF2B5EF4-FFF2-40B4-BE49-F238E27FC236}">
                <a16:creationId xmlns:a16="http://schemas.microsoft.com/office/drawing/2014/main" id="{E90D749F-1509-46B1-B8ED-3506AC084799}"/>
              </a:ext>
            </a:extLst>
          </p:cNvPr>
          <p:cNvSpPr/>
          <p:nvPr userDrawn="1"/>
        </p:nvSpPr>
        <p:spPr>
          <a:xfrm>
            <a:off x="0" y="0"/>
            <a:ext cx="12192000" cy="198148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 algn="ctr"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56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97E7DC10-1618-471B-9441-C640C7FEDD3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6208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3" name="Teksta vietturis 8">
            <a:extLst>
              <a:ext uri="{FF2B5EF4-FFF2-40B4-BE49-F238E27FC236}">
                <a16:creationId xmlns:a16="http://schemas.microsoft.com/office/drawing/2014/main" id="{FDB26B40-5901-4EF0-BCF0-55677E28B17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4660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5" name="Teksta vietturis 8">
            <a:extLst>
              <a:ext uri="{FF2B5EF4-FFF2-40B4-BE49-F238E27FC236}">
                <a16:creationId xmlns:a16="http://schemas.microsoft.com/office/drawing/2014/main" id="{9CB783F5-ED01-464E-9185-F05CFA0E84C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3112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1" name="Tiešsaistes attēla vietturis 20">
            <a:extLst>
              <a:ext uri="{FF2B5EF4-FFF2-40B4-BE49-F238E27FC236}">
                <a16:creationId xmlns:a16="http://schemas.microsoft.com/office/drawing/2014/main" id="{D25CFAE9-00ED-42E0-BC9A-37BA858979B3}"/>
              </a:ext>
            </a:extLst>
          </p:cNvPr>
          <p:cNvSpPr>
            <a:spLocks noGrp="1"/>
          </p:cNvSpPr>
          <p:nvPr>
            <p:ph type="clipArt" sz="quarter" idx="48"/>
          </p:nvPr>
        </p:nvSpPr>
        <p:spPr>
          <a:xfrm>
            <a:off x="1090200" y="3080256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2" name="Tiešsaistes attēla vietturis 20">
            <a:extLst>
              <a:ext uri="{FF2B5EF4-FFF2-40B4-BE49-F238E27FC236}">
                <a16:creationId xmlns:a16="http://schemas.microsoft.com/office/drawing/2014/main" id="{280D5B0E-3D2E-4146-9670-B596E8EBD129}"/>
              </a:ext>
            </a:extLst>
          </p:cNvPr>
          <p:cNvSpPr>
            <a:spLocks noGrp="1"/>
          </p:cNvSpPr>
          <p:nvPr>
            <p:ph type="clipArt" sz="quarter" idx="49"/>
          </p:nvPr>
        </p:nvSpPr>
        <p:spPr>
          <a:xfrm>
            <a:off x="3935025" y="3080256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3" name="Tiešsaistes attēla vietturis 20">
            <a:extLst>
              <a:ext uri="{FF2B5EF4-FFF2-40B4-BE49-F238E27FC236}">
                <a16:creationId xmlns:a16="http://schemas.microsoft.com/office/drawing/2014/main" id="{03D89936-E0D7-4618-9E72-EC1467568C21}"/>
              </a:ext>
            </a:extLst>
          </p:cNvPr>
          <p:cNvSpPr>
            <a:spLocks noGrp="1"/>
          </p:cNvSpPr>
          <p:nvPr>
            <p:ph type="clipArt" sz="quarter" idx="50"/>
          </p:nvPr>
        </p:nvSpPr>
        <p:spPr>
          <a:xfrm>
            <a:off x="6779850" y="3079044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4" name="Tiešsaistes attēla vietturis 20">
            <a:extLst>
              <a:ext uri="{FF2B5EF4-FFF2-40B4-BE49-F238E27FC236}">
                <a16:creationId xmlns:a16="http://schemas.microsoft.com/office/drawing/2014/main" id="{08A2E99E-9F83-4666-BD35-056C88AEBFB1}"/>
              </a:ext>
            </a:extLst>
          </p:cNvPr>
          <p:cNvSpPr>
            <a:spLocks noGrp="1"/>
          </p:cNvSpPr>
          <p:nvPr>
            <p:ph type="clipArt" sz="quarter" idx="51"/>
          </p:nvPr>
        </p:nvSpPr>
        <p:spPr>
          <a:xfrm>
            <a:off x="9625612" y="3079044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5327FEC8-DAA6-D144-4544-A767ECF5CA3C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2715236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, saturs un četri attēl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isnstūris 7">
            <a:extLst>
              <a:ext uri="{FF2B5EF4-FFF2-40B4-BE49-F238E27FC236}">
                <a16:creationId xmlns:a16="http://schemas.microsoft.com/office/drawing/2014/main" id="{FBCCBC51-CB80-441C-9628-70A3BFA8C31A}"/>
              </a:ext>
            </a:extLst>
          </p:cNvPr>
          <p:cNvSpPr/>
          <p:nvPr userDrawn="1"/>
        </p:nvSpPr>
        <p:spPr>
          <a:xfrm>
            <a:off x="0" y="3429000"/>
            <a:ext cx="4876800" cy="342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aisnstūris 2">
            <a:extLst>
              <a:ext uri="{FF2B5EF4-FFF2-40B4-BE49-F238E27FC236}">
                <a16:creationId xmlns:a16="http://schemas.microsoft.com/office/drawing/2014/main" id="{E90D749F-1509-46B1-B8ED-3506AC084799}"/>
              </a:ext>
            </a:extLst>
          </p:cNvPr>
          <p:cNvSpPr/>
          <p:nvPr userDrawn="1"/>
        </p:nvSpPr>
        <p:spPr>
          <a:xfrm>
            <a:off x="0" y="1"/>
            <a:ext cx="4876800" cy="3429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3200400" cy="2621139"/>
          </a:xfrm>
        </p:spPr>
        <p:txBody>
          <a:bodyPr rtlCol="0" anchor="b"/>
          <a:lstStyle>
            <a:lvl1pPr algn="l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073368" y="21314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97E7DC10-1618-471B-9441-C640C7FEDD3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924518" y="21314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3" name="Teksta vietturis 8">
            <a:extLst>
              <a:ext uri="{FF2B5EF4-FFF2-40B4-BE49-F238E27FC236}">
                <a16:creationId xmlns:a16="http://schemas.microsoft.com/office/drawing/2014/main" id="{FDB26B40-5901-4EF0-BCF0-55677E28B17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074118" y="48746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5" name="Teksta vietturis 8">
            <a:extLst>
              <a:ext uri="{FF2B5EF4-FFF2-40B4-BE49-F238E27FC236}">
                <a16:creationId xmlns:a16="http://schemas.microsoft.com/office/drawing/2014/main" id="{9CB783F5-ED01-464E-9185-F05CFA0E84C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919318" y="48746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1" name="Tiešsaistes attēla vietturis 20">
            <a:extLst>
              <a:ext uri="{FF2B5EF4-FFF2-40B4-BE49-F238E27FC236}">
                <a16:creationId xmlns:a16="http://schemas.microsoft.com/office/drawing/2014/main" id="{D25CFAE9-00ED-42E0-BC9A-37BA858979B3}"/>
              </a:ext>
            </a:extLst>
          </p:cNvPr>
          <p:cNvSpPr>
            <a:spLocks noGrp="1"/>
          </p:cNvSpPr>
          <p:nvPr>
            <p:ph type="clipArt" sz="quarter" idx="48"/>
          </p:nvPr>
        </p:nvSpPr>
        <p:spPr>
          <a:xfrm>
            <a:off x="6387961" y="643469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2" name="Tiešsaistes attēla vietturis 20">
            <a:extLst>
              <a:ext uri="{FF2B5EF4-FFF2-40B4-BE49-F238E27FC236}">
                <a16:creationId xmlns:a16="http://schemas.microsoft.com/office/drawing/2014/main" id="{280D5B0E-3D2E-4146-9670-B596E8EBD129}"/>
              </a:ext>
            </a:extLst>
          </p:cNvPr>
          <p:cNvSpPr>
            <a:spLocks noGrp="1"/>
          </p:cNvSpPr>
          <p:nvPr>
            <p:ph type="clipArt" sz="quarter" idx="49"/>
          </p:nvPr>
        </p:nvSpPr>
        <p:spPr>
          <a:xfrm>
            <a:off x="9238736" y="643469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3" name="Tiešsaistes attēla vietturis 20">
            <a:extLst>
              <a:ext uri="{FF2B5EF4-FFF2-40B4-BE49-F238E27FC236}">
                <a16:creationId xmlns:a16="http://schemas.microsoft.com/office/drawing/2014/main" id="{03D89936-E0D7-4618-9E72-EC1467568C21}"/>
              </a:ext>
            </a:extLst>
          </p:cNvPr>
          <p:cNvSpPr>
            <a:spLocks noGrp="1"/>
          </p:cNvSpPr>
          <p:nvPr>
            <p:ph type="clipArt" sz="quarter" idx="50"/>
          </p:nvPr>
        </p:nvSpPr>
        <p:spPr>
          <a:xfrm>
            <a:off x="6387961" y="3385457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4" name="Tiešsaistes attēla vietturis 20">
            <a:extLst>
              <a:ext uri="{FF2B5EF4-FFF2-40B4-BE49-F238E27FC236}">
                <a16:creationId xmlns:a16="http://schemas.microsoft.com/office/drawing/2014/main" id="{08A2E99E-9F83-4666-BD35-056C88AEBFB1}"/>
              </a:ext>
            </a:extLst>
          </p:cNvPr>
          <p:cNvSpPr>
            <a:spLocks noGrp="1"/>
          </p:cNvSpPr>
          <p:nvPr>
            <p:ph type="clipArt" sz="quarter" idx="51"/>
          </p:nvPr>
        </p:nvSpPr>
        <p:spPr>
          <a:xfrm>
            <a:off x="9233723" y="3385457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5" name="Teksta vietturis 4">
            <a:extLst>
              <a:ext uri="{FF2B5EF4-FFF2-40B4-BE49-F238E27FC236}">
                <a16:creationId xmlns:a16="http://schemas.microsoft.com/office/drawing/2014/main" id="{E8A1CBAE-F2E5-4866-A865-C55E6257349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8200" y="4112198"/>
            <a:ext cx="3200400" cy="1395974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DA996B3F-2EC7-495F-920F-B21C55D9428F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073368" y="25775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8F06E2A5-B7ED-4E1B-9B77-DFF175FA257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924518" y="25775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8" name="Teksta vietturis 8">
            <a:extLst>
              <a:ext uri="{FF2B5EF4-FFF2-40B4-BE49-F238E27FC236}">
                <a16:creationId xmlns:a16="http://schemas.microsoft.com/office/drawing/2014/main" id="{D12A97F1-04F3-48EA-99B9-030059505D9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6074118" y="53207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8884A8E9-B6DB-4ADD-A85B-593F618E457A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919318" y="53207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8" name="Teksta vietturis 4">
            <a:extLst>
              <a:ext uri="{FF2B5EF4-FFF2-40B4-BE49-F238E27FC236}">
                <a16:creationId xmlns:a16="http://schemas.microsoft.com/office/drawing/2014/main" id="{19E1EA5F-9EF0-45C3-94DD-6DF64F4DFA1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838201" y="5511642"/>
            <a:ext cx="3200400" cy="844707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2F156D44-9356-92BC-1A9C-9B5977F17E3C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41855734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776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irsraksts, saturs un četri attēl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isnstūris 7">
            <a:extLst>
              <a:ext uri="{FF2B5EF4-FFF2-40B4-BE49-F238E27FC236}">
                <a16:creationId xmlns:a16="http://schemas.microsoft.com/office/drawing/2014/main" id="{FBCCBC51-CB80-441C-9628-70A3BFA8C31A}"/>
              </a:ext>
            </a:extLst>
          </p:cNvPr>
          <p:cNvSpPr/>
          <p:nvPr userDrawn="1"/>
        </p:nvSpPr>
        <p:spPr>
          <a:xfrm>
            <a:off x="0" y="3429000"/>
            <a:ext cx="3333919" cy="342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aisnstūris 2">
            <a:extLst>
              <a:ext uri="{FF2B5EF4-FFF2-40B4-BE49-F238E27FC236}">
                <a16:creationId xmlns:a16="http://schemas.microsoft.com/office/drawing/2014/main" id="{E90D749F-1509-46B1-B8ED-3506AC084799}"/>
              </a:ext>
            </a:extLst>
          </p:cNvPr>
          <p:cNvSpPr/>
          <p:nvPr userDrawn="1"/>
        </p:nvSpPr>
        <p:spPr>
          <a:xfrm>
            <a:off x="0" y="1"/>
            <a:ext cx="3333919" cy="3429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497" y="365125"/>
            <a:ext cx="2718587" cy="2621139"/>
          </a:xfrm>
        </p:spPr>
        <p:txBody>
          <a:bodyPr rtlCol="0" anchor="b"/>
          <a:lstStyle>
            <a:lvl1pPr algn="l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201447" y="2131457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97E7DC10-1618-471B-9441-C640C7FEDD3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047913" y="2131457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3" name="Teksta vietturis 8">
            <a:extLst>
              <a:ext uri="{FF2B5EF4-FFF2-40B4-BE49-F238E27FC236}">
                <a16:creationId xmlns:a16="http://schemas.microsoft.com/office/drawing/2014/main" id="{FDB26B40-5901-4EF0-BCF0-55677E28B17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202197" y="4874657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5" name="Teksta vietturis 8">
            <a:extLst>
              <a:ext uri="{FF2B5EF4-FFF2-40B4-BE49-F238E27FC236}">
                <a16:creationId xmlns:a16="http://schemas.microsoft.com/office/drawing/2014/main" id="{9CB783F5-ED01-464E-9185-F05CFA0E84C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042713" y="4874657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1" name="Tiešsaistes attēla vietturis 20">
            <a:extLst>
              <a:ext uri="{FF2B5EF4-FFF2-40B4-BE49-F238E27FC236}">
                <a16:creationId xmlns:a16="http://schemas.microsoft.com/office/drawing/2014/main" id="{D25CFAE9-00ED-42E0-BC9A-37BA858979B3}"/>
              </a:ext>
            </a:extLst>
          </p:cNvPr>
          <p:cNvSpPr>
            <a:spLocks noGrp="1"/>
          </p:cNvSpPr>
          <p:nvPr>
            <p:ph type="clipArt" sz="quarter" idx="48"/>
          </p:nvPr>
        </p:nvSpPr>
        <p:spPr>
          <a:xfrm>
            <a:off x="4669109" y="643469"/>
            <a:ext cx="2272740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Lai pievienotu tiešsaistes attēlu, noklikšķiniet uz ikonas</a:t>
            </a:r>
          </a:p>
        </p:txBody>
      </p:sp>
      <p:sp>
        <p:nvSpPr>
          <p:cNvPr id="22" name="Tiešsaistes attēla vietturis 20">
            <a:extLst>
              <a:ext uri="{FF2B5EF4-FFF2-40B4-BE49-F238E27FC236}">
                <a16:creationId xmlns:a16="http://schemas.microsoft.com/office/drawing/2014/main" id="{280D5B0E-3D2E-4146-9670-B596E8EBD129}"/>
              </a:ext>
            </a:extLst>
          </p:cNvPr>
          <p:cNvSpPr>
            <a:spLocks noGrp="1"/>
          </p:cNvSpPr>
          <p:nvPr>
            <p:ph type="clipArt" sz="quarter" idx="49"/>
          </p:nvPr>
        </p:nvSpPr>
        <p:spPr>
          <a:xfrm>
            <a:off x="8515200" y="643469"/>
            <a:ext cx="2272740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3" name="Tiešsaistes attēla vietturis 20">
            <a:extLst>
              <a:ext uri="{FF2B5EF4-FFF2-40B4-BE49-F238E27FC236}">
                <a16:creationId xmlns:a16="http://schemas.microsoft.com/office/drawing/2014/main" id="{03D89936-E0D7-4618-9E72-EC1467568C21}"/>
              </a:ext>
            </a:extLst>
          </p:cNvPr>
          <p:cNvSpPr>
            <a:spLocks noGrp="1"/>
          </p:cNvSpPr>
          <p:nvPr>
            <p:ph type="clipArt" sz="quarter" idx="50"/>
          </p:nvPr>
        </p:nvSpPr>
        <p:spPr>
          <a:xfrm>
            <a:off x="4669109" y="3385457"/>
            <a:ext cx="2272740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Lai pievienotu tiešsaistes attēlu, noklikšķiniet uz ikonas</a:t>
            </a:r>
          </a:p>
        </p:txBody>
      </p:sp>
      <p:sp>
        <p:nvSpPr>
          <p:cNvPr id="24" name="Tiešsaistes attēla vietturis 20">
            <a:extLst>
              <a:ext uri="{FF2B5EF4-FFF2-40B4-BE49-F238E27FC236}">
                <a16:creationId xmlns:a16="http://schemas.microsoft.com/office/drawing/2014/main" id="{08A2E99E-9F83-4666-BD35-056C88AEBFB1}"/>
              </a:ext>
            </a:extLst>
          </p:cNvPr>
          <p:cNvSpPr>
            <a:spLocks noGrp="1"/>
          </p:cNvSpPr>
          <p:nvPr>
            <p:ph type="clipArt" sz="quarter" idx="51"/>
          </p:nvPr>
        </p:nvSpPr>
        <p:spPr>
          <a:xfrm>
            <a:off x="8510187" y="3385457"/>
            <a:ext cx="2272740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Lai pievienotu tiešsaistes attēlu, noklikšķiniet uz ikonas</a:t>
            </a:r>
          </a:p>
        </p:txBody>
      </p:sp>
      <p:sp>
        <p:nvSpPr>
          <p:cNvPr id="5" name="Teksta vietturis 4">
            <a:extLst>
              <a:ext uri="{FF2B5EF4-FFF2-40B4-BE49-F238E27FC236}">
                <a16:creationId xmlns:a16="http://schemas.microsoft.com/office/drawing/2014/main" id="{E8A1CBAE-F2E5-4866-A865-C55E6257349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307497" y="4112198"/>
            <a:ext cx="2718587" cy="1395974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 dirty="0"/>
              <a:t>Noklikšķiniet, lai rediģētu šablona tekstu stilus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DA996B3F-2EC7-495F-920F-B21C55D9428F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4201447" y="2577595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8F06E2A5-B7ED-4E1B-9B77-DFF175FA257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047913" y="2577595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8" name="Teksta vietturis 8">
            <a:extLst>
              <a:ext uri="{FF2B5EF4-FFF2-40B4-BE49-F238E27FC236}">
                <a16:creationId xmlns:a16="http://schemas.microsoft.com/office/drawing/2014/main" id="{D12A97F1-04F3-48EA-99B9-030059505D9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4202197" y="5320795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8884A8E9-B6DB-4ADD-A85B-593F618E457A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042713" y="5320795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8" name="Teksta vietturis 4">
            <a:extLst>
              <a:ext uri="{FF2B5EF4-FFF2-40B4-BE49-F238E27FC236}">
                <a16:creationId xmlns:a16="http://schemas.microsoft.com/office/drawing/2014/main" id="{19E1EA5F-9EF0-45C3-94DD-6DF64F4DFA1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307498" y="5511642"/>
            <a:ext cx="2718587" cy="844707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 dirty="0"/>
              <a:t>Noklikšķiniet, lai rediģētu šablona tekstu stilus</a:t>
            </a: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2F156D44-9356-92BC-1A9C-9B5977F17E3C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17737092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776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ganizācijas diagramma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695037"/>
            <a:ext cx="4573200" cy="1325563"/>
          </a:xfrm>
        </p:spPr>
        <p:txBody>
          <a:bodyPr rtlCol="0"/>
          <a:lstStyle>
            <a:lvl1pPr algn="l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021635" y="2039382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4" name="Teksta vietturis 8">
            <a:extLst>
              <a:ext uri="{FF2B5EF4-FFF2-40B4-BE49-F238E27FC236}">
                <a16:creationId xmlns:a16="http://schemas.microsoft.com/office/drawing/2014/main" id="{16CC17AD-6E52-42E9-989B-FB086C64DF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5021635" y="2408260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D36B0D72-6C95-4E3A-A679-D94CB154306B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5043407" y="4770420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7E6E1537-8CF9-4C86-8E25-29BFFDAFDDD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5043407" y="5139298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8" name="Teksta vietturis 8">
            <a:extLst>
              <a:ext uri="{FF2B5EF4-FFF2-40B4-BE49-F238E27FC236}">
                <a16:creationId xmlns:a16="http://schemas.microsoft.com/office/drawing/2014/main" id="{755E9ED2-721A-416D-AFA6-B57E6B8D8C5D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2757407" y="4758255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0DE1C87C-07E3-42FC-9B43-81D789BF794B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2757407" y="5127133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0" name="Teksta vietturis 8">
            <a:extLst>
              <a:ext uri="{FF2B5EF4-FFF2-40B4-BE49-F238E27FC236}">
                <a16:creationId xmlns:a16="http://schemas.microsoft.com/office/drawing/2014/main" id="{8556C5D2-9D30-44C4-95EA-DA672356995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471407" y="4770420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5" name="Teksta vietturis 8">
            <a:extLst>
              <a:ext uri="{FF2B5EF4-FFF2-40B4-BE49-F238E27FC236}">
                <a16:creationId xmlns:a16="http://schemas.microsoft.com/office/drawing/2014/main" id="{BB8DD76A-44FE-4266-9CE3-FC74ACF61470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471407" y="5139298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6" name="Teksta vietturis 8">
            <a:extLst>
              <a:ext uri="{FF2B5EF4-FFF2-40B4-BE49-F238E27FC236}">
                <a16:creationId xmlns:a16="http://schemas.microsoft.com/office/drawing/2014/main" id="{BB7FB830-D9B0-43D8-B279-D8A3831911C7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9615407" y="4758255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7" name="Teksta vietturis 8">
            <a:extLst>
              <a:ext uri="{FF2B5EF4-FFF2-40B4-BE49-F238E27FC236}">
                <a16:creationId xmlns:a16="http://schemas.microsoft.com/office/drawing/2014/main" id="{DA699CE9-2DCD-4D59-B359-D7D3511A2158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615407" y="5127133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8" name="Teksta vietturis 8">
            <a:extLst>
              <a:ext uri="{FF2B5EF4-FFF2-40B4-BE49-F238E27FC236}">
                <a16:creationId xmlns:a16="http://schemas.microsoft.com/office/drawing/2014/main" id="{5B0C1AF9-7ECA-4F02-B71D-97228D05B03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329407" y="4770420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9" name="Teksta vietturis 8">
            <a:extLst>
              <a:ext uri="{FF2B5EF4-FFF2-40B4-BE49-F238E27FC236}">
                <a16:creationId xmlns:a16="http://schemas.microsoft.com/office/drawing/2014/main" id="{FE515F87-B08B-4273-9427-B4477D68E33E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7329407" y="5139298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cxnSp>
        <p:nvCxnSpPr>
          <p:cNvPr id="5" name="Taisns savienotājs 4">
            <a:extLst>
              <a:ext uri="{FF2B5EF4-FFF2-40B4-BE49-F238E27FC236}">
                <a16:creationId xmlns:a16="http://schemas.microsoft.com/office/drawing/2014/main" id="{02353FBD-19BF-45E4-A6F5-4217CDAAA52E}"/>
              </a:ext>
            </a:extLst>
          </p:cNvPr>
          <p:cNvCxnSpPr/>
          <p:nvPr userDrawn="1"/>
        </p:nvCxnSpPr>
        <p:spPr>
          <a:xfrm>
            <a:off x="1513114" y="3875317"/>
            <a:ext cx="9111343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Taisns savienotājs 46">
            <a:extLst>
              <a:ext uri="{FF2B5EF4-FFF2-40B4-BE49-F238E27FC236}">
                <a16:creationId xmlns:a16="http://schemas.microsoft.com/office/drawing/2014/main" id="{AFAB3CE1-D027-49AE-8023-7D6E330C7E2D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2852057"/>
            <a:ext cx="0" cy="1643743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Taisns savienotājs 48">
            <a:extLst>
              <a:ext uri="{FF2B5EF4-FFF2-40B4-BE49-F238E27FC236}">
                <a16:creationId xmlns:a16="http://schemas.microsoft.com/office/drawing/2014/main" id="{6B59BE6F-06DF-4031-A366-9BF6A53377C4}"/>
              </a:ext>
            </a:extLst>
          </p:cNvPr>
          <p:cNvCxnSpPr>
            <a:cxnSpLocks/>
          </p:cNvCxnSpPr>
          <p:nvPr userDrawn="1"/>
        </p:nvCxnSpPr>
        <p:spPr>
          <a:xfrm flipV="1">
            <a:off x="10611592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Taisns savienotājs 53">
            <a:extLst>
              <a:ext uri="{FF2B5EF4-FFF2-40B4-BE49-F238E27FC236}">
                <a16:creationId xmlns:a16="http://schemas.microsoft.com/office/drawing/2014/main" id="{588442AB-AF81-4C81-B0CE-584EE410EB92}"/>
              </a:ext>
            </a:extLst>
          </p:cNvPr>
          <p:cNvCxnSpPr>
            <a:cxnSpLocks/>
          </p:cNvCxnSpPr>
          <p:nvPr userDrawn="1"/>
        </p:nvCxnSpPr>
        <p:spPr>
          <a:xfrm flipV="1">
            <a:off x="1513114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Taisns savienotājs 55">
            <a:extLst>
              <a:ext uri="{FF2B5EF4-FFF2-40B4-BE49-F238E27FC236}">
                <a16:creationId xmlns:a16="http://schemas.microsoft.com/office/drawing/2014/main" id="{35F27884-729D-4CA6-A08A-92EBC733CCB5}"/>
              </a:ext>
            </a:extLst>
          </p:cNvPr>
          <p:cNvCxnSpPr>
            <a:cxnSpLocks/>
          </p:cNvCxnSpPr>
          <p:nvPr userDrawn="1"/>
        </p:nvCxnSpPr>
        <p:spPr>
          <a:xfrm flipV="1">
            <a:off x="3815938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Taisns savienotājs 57">
            <a:extLst>
              <a:ext uri="{FF2B5EF4-FFF2-40B4-BE49-F238E27FC236}">
                <a16:creationId xmlns:a16="http://schemas.microsoft.com/office/drawing/2014/main" id="{A1F7E5A1-BEA5-447F-BED5-E18F7A1D9A37}"/>
              </a:ext>
            </a:extLst>
          </p:cNvPr>
          <p:cNvCxnSpPr>
            <a:cxnSpLocks/>
          </p:cNvCxnSpPr>
          <p:nvPr userDrawn="1"/>
        </p:nvCxnSpPr>
        <p:spPr>
          <a:xfrm flipV="1">
            <a:off x="8381011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aida numura vietturis 6">
            <a:extLst>
              <a:ext uri="{FF2B5EF4-FFF2-40B4-BE49-F238E27FC236}">
                <a16:creationId xmlns:a16="http://schemas.microsoft.com/office/drawing/2014/main" id="{7B0634AA-605E-B925-50DC-2D1F08B61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33850841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Virsraksts un labās puses satur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0" y="2376805"/>
            <a:ext cx="5013960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69280" y="4150042"/>
            <a:ext cx="5013960" cy="1961198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29197FF6-6321-41EE-A0C4-DEC0761A3C01}"/>
              </a:ext>
            </a:extLst>
          </p:cNvPr>
          <p:cNvSpPr/>
          <p:nvPr userDrawn="1"/>
        </p:nvSpPr>
        <p:spPr>
          <a:xfrm>
            <a:off x="0" y="0"/>
            <a:ext cx="417576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aisnstūris 10">
            <a:extLst>
              <a:ext uri="{FF2B5EF4-FFF2-40B4-BE49-F238E27FC236}">
                <a16:creationId xmlns:a16="http://schemas.microsoft.com/office/drawing/2014/main" id="{E545EFDD-D97D-44D9-8A6D-0FACEE0964B3}"/>
              </a:ext>
            </a:extLst>
          </p:cNvPr>
          <p:cNvSpPr/>
          <p:nvPr userDrawn="1"/>
        </p:nvSpPr>
        <p:spPr>
          <a:xfrm flipV="1">
            <a:off x="371856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DA1CED08-BABA-FDA7-62BB-96493856B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403050303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Nobeiguma slaid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aisnstūris 6">
            <a:extLst>
              <a:ext uri="{FF2B5EF4-FFF2-40B4-BE49-F238E27FC236}">
                <a16:creationId xmlns:a16="http://schemas.microsoft.com/office/drawing/2014/main" id="{A3215B1E-B289-4C56-BCC0-2AB8CF93E2A1}"/>
              </a:ext>
            </a:extLst>
          </p:cNvPr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38200" y="2313571"/>
            <a:ext cx="4419600" cy="1659716"/>
          </a:xfrm>
        </p:spPr>
        <p:txBody>
          <a:bodyPr rtlCol="0" anchor="ctr">
            <a:normAutofit/>
          </a:bodyPr>
          <a:lstStyle>
            <a:lvl1pPr algn="ctr">
              <a:defRPr sz="5400"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Noklikšķiniet, lai rediģētu</a:t>
            </a:r>
          </a:p>
        </p:txBody>
      </p:sp>
      <p:sp>
        <p:nvSpPr>
          <p:cNvPr id="3" name="Apakšvirsraksts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72402" y="2348318"/>
            <a:ext cx="2743200" cy="1659715"/>
          </a:xfrm>
        </p:spPr>
        <p:txBody>
          <a:bodyPr rtlCol="0" anchor="ctr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lv-LV" noProof="0"/>
              <a:t>Noklikšķiniet, lai rediģētu šablona apakšvirsraksta stilu</a:t>
            </a:r>
          </a:p>
        </p:txBody>
      </p:sp>
      <p:sp>
        <p:nvSpPr>
          <p:cNvPr id="8" name="Slaida numura vietturis 6">
            <a:extLst>
              <a:ext uri="{FF2B5EF4-FFF2-40B4-BE49-F238E27FC236}">
                <a16:creationId xmlns:a16="http://schemas.microsoft.com/office/drawing/2014/main" id="{A9A1FAB7-1F83-C249-8FC4-BA7580BD1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09684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daļas galven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isnstūris 7">
            <a:extLst>
              <a:ext uri="{FF2B5EF4-FFF2-40B4-BE49-F238E27FC236}">
                <a16:creationId xmlns:a16="http://schemas.microsoft.com/office/drawing/2014/main" id="{8434EB92-62CF-4273-86A4-59223DABDBB8}"/>
              </a:ext>
            </a:extLst>
          </p:cNvPr>
          <p:cNvSpPr/>
          <p:nvPr userDrawn="1"/>
        </p:nvSpPr>
        <p:spPr>
          <a:xfrm>
            <a:off x="0" y="3429000"/>
            <a:ext cx="12192000" cy="3429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aisnstūris 9">
            <a:extLst>
              <a:ext uri="{FF2B5EF4-FFF2-40B4-BE49-F238E27FC236}">
                <a16:creationId xmlns:a16="http://schemas.microsoft.com/office/drawing/2014/main" id="{29A25F60-1F94-4EB8-AECE-53F9C3EBF6AC}"/>
              </a:ext>
            </a:extLst>
          </p:cNvPr>
          <p:cNvSpPr/>
          <p:nvPr userDrawn="1"/>
        </p:nvSpPr>
        <p:spPr>
          <a:xfrm>
            <a:off x="0" y="6509657"/>
            <a:ext cx="12192000" cy="34834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9DE3D039-0A18-4031-8A63-D83666B066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3429000"/>
            <a:ext cx="10515600" cy="3080657"/>
          </a:xfrm>
        </p:spPr>
        <p:txBody>
          <a:bodyPr rtlCol="0" anchor="ctr"/>
          <a:lstStyle>
            <a:lvl1pPr>
              <a:defRPr sz="60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</p:spTree>
    <p:extLst>
      <p:ext uri="{BB962C8B-B14F-4D97-AF65-F5344CB8AC3E}">
        <p14:creationId xmlns:p14="http://schemas.microsoft.com/office/powerpoint/2010/main" val="15916592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mandas slaid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 algn="ctr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6" name="Attēla vietturis 15">
            <a:extLst>
              <a:ext uri="{FF2B5EF4-FFF2-40B4-BE49-F238E27FC236}">
                <a16:creationId xmlns:a16="http://schemas.microsoft.com/office/drawing/2014/main" id="{A74BA5A7-7918-4C65-BAAB-14B3A1E2B4E4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152161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  <a:endParaRPr lang="lv-LV" noProof="0" dirty="0"/>
          </a:p>
        </p:txBody>
      </p:sp>
      <p:sp>
        <p:nvSpPr>
          <p:cNvPr id="7" name="Attēla vietturis 15">
            <a:extLst>
              <a:ext uri="{FF2B5EF4-FFF2-40B4-BE49-F238E27FC236}">
                <a16:creationId xmlns:a16="http://schemas.microsoft.com/office/drawing/2014/main" id="{0C5DF728-AFC5-467F-86BF-45BBD7787257}"/>
              </a:ext>
            </a:extLst>
          </p:cNvPr>
          <p:cNvSpPr>
            <a:spLocks noGrp="1"/>
          </p:cNvSpPr>
          <p:nvPr>
            <p:ph type="pic" sz="quarter" idx="43"/>
          </p:nvPr>
        </p:nvSpPr>
        <p:spPr>
          <a:xfrm>
            <a:off x="407938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</a:p>
        </p:txBody>
      </p:sp>
      <p:sp>
        <p:nvSpPr>
          <p:cNvPr id="8" name="Attēla vietturis 15">
            <a:extLst>
              <a:ext uri="{FF2B5EF4-FFF2-40B4-BE49-F238E27FC236}">
                <a16:creationId xmlns:a16="http://schemas.microsoft.com/office/drawing/2014/main" id="{BBFE7B80-0990-424B-A099-BFECB5508302}"/>
              </a:ext>
            </a:extLst>
          </p:cNvPr>
          <p:cNvSpPr>
            <a:spLocks noGrp="1"/>
          </p:cNvSpPr>
          <p:nvPr>
            <p:ph type="pic" sz="quarter" idx="44"/>
          </p:nvPr>
        </p:nvSpPr>
        <p:spPr>
          <a:xfrm>
            <a:off x="663715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</a:p>
        </p:txBody>
      </p:sp>
      <p:sp>
        <p:nvSpPr>
          <p:cNvPr id="9" name="Attēla vietturis 15">
            <a:extLst>
              <a:ext uri="{FF2B5EF4-FFF2-40B4-BE49-F238E27FC236}">
                <a16:creationId xmlns:a16="http://schemas.microsoft.com/office/drawing/2014/main" id="{5B4A0F3D-F23F-4072-9FF5-6CFE888CE1E0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919492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14F97182-060B-42D4-9BD6-AADEBB4691F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214950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2" name="Teksta vietturis 8">
            <a:extLst>
              <a:ext uri="{FF2B5EF4-FFF2-40B4-BE49-F238E27FC236}">
                <a16:creationId xmlns:a16="http://schemas.microsoft.com/office/drawing/2014/main" id="{0C32DCEC-D4CF-4F91-ABA7-22726A1E9925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214950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04BECAB1-5EBD-4BC7-8F7A-8B4CA80746C4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3764623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8D671F83-5A25-4513-86E5-FFBF3BF3106F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3764623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F6EE3639-A148-489C-A695-7EA2313AEF3B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314296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0" name="Teksta vietturis 8">
            <a:extLst>
              <a:ext uri="{FF2B5EF4-FFF2-40B4-BE49-F238E27FC236}">
                <a16:creationId xmlns:a16="http://schemas.microsoft.com/office/drawing/2014/main" id="{BB55BB21-9247-450C-9A9D-D2AD9161E10F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6314296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2" name="Teksta vietturis 8">
            <a:extLst>
              <a:ext uri="{FF2B5EF4-FFF2-40B4-BE49-F238E27FC236}">
                <a16:creationId xmlns:a16="http://schemas.microsoft.com/office/drawing/2014/main" id="{934A7F7B-4591-45E6-AF17-EC81162B7336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863969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3" name="Teksta vietturis 8">
            <a:extLst>
              <a:ext uri="{FF2B5EF4-FFF2-40B4-BE49-F238E27FC236}">
                <a16:creationId xmlns:a16="http://schemas.microsoft.com/office/drawing/2014/main" id="{730702B6-2129-4FAB-8868-58B59C11FFCD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863969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3" name="Slaida numura vietturis 6">
            <a:extLst>
              <a:ext uri="{FF2B5EF4-FFF2-40B4-BE49-F238E27FC236}">
                <a16:creationId xmlns:a16="http://schemas.microsoft.com/office/drawing/2014/main" id="{FF925D13-6BA3-E432-413E-9BCA16FAF483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6638629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a vietturis 1">
            <a:extLst>
              <a:ext uri="{FF2B5EF4-FFF2-40B4-BE49-F238E27FC236}">
                <a16:creationId xmlns:a16="http://schemas.microsoft.com/office/drawing/2014/main" id="{DB4660D4-B0ED-42D9-BC6D-AF4F1F9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Teksta vietturis 2">
            <a:extLst>
              <a:ext uri="{FF2B5EF4-FFF2-40B4-BE49-F238E27FC236}">
                <a16:creationId xmlns:a16="http://schemas.microsoft.com/office/drawing/2014/main" id="{74C607AE-E8B7-4C3B-A6DA-04289E2F0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lv-LV" noProof="0"/>
              <a:t>Noklikšķiniet, lai rediģētu šablona tekstu stilus</a:t>
            </a:r>
          </a:p>
          <a:p>
            <a:pPr lvl="1" rtl="0"/>
            <a:r>
              <a:rPr lang="lv-LV" noProof="0"/>
              <a:t>Otrais līmenis</a:t>
            </a:r>
          </a:p>
          <a:p>
            <a:pPr lvl="2" rtl="0"/>
            <a:r>
              <a:rPr lang="lv-LV" noProof="0"/>
              <a:t>Trešais līmenis</a:t>
            </a:r>
          </a:p>
          <a:p>
            <a:pPr lvl="3" rtl="0"/>
            <a:r>
              <a:rPr lang="lv-LV" noProof="0"/>
              <a:t>Ceturtais līmenis</a:t>
            </a:r>
          </a:p>
          <a:p>
            <a:pPr lvl="4" rtl="0"/>
            <a:r>
              <a:rPr lang="lv-LV" noProof="0"/>
              <a:t>Piektais līmenis</a:t>
            </a:r>
          </a:p>
        </p:txBody>
      </p:sp>
      <p:sp>
        <p:nvSpPr>
          <p:cNvPr id="8" name="Slaida numura vietturis 6">
            <a:extLst>
              <a:ext uri="{FF2B5EF4-FFF2-40B4-BE49-F238E27FC236}">
                <a16:creationId xmlns:a16="http://schemas.microsoft.com/office/drawing/2014/main" id="{FE0DD214-AD46-D071-80A6-E642777202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 algn="r">
              <a:defRPr sz="28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6430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7" r:id="rId3"/>
    <p:sldLayoutId id="2147483674" r:id="rId4"/>
    <p:sldLayoutId id="2147483671" r:id="rId5"/>
    <p:sldLayoutId id="2147483666" r:id="rId6"/>
    <p:sldLayoutId id="2147483669" r:id="rId7"/>
    <p:sldLayoutId id="2147483661" r:id="rId8"/>
    <p:sldLayoutId id="2147483676" r:id="rId9"/>
    <p:sldLayoutId id="2147483678" r:id="rId10"/>
    <p:sldLayoutId id="2147483670" r:id="rId11"/>
    <p:sldLayoutId id="2147483667" r:id="rId12"/>
    <p:sldLayoutId id="2147483673" r:id="rId13"/>
    <p:sldLayoutId id="2147483651" r:id="rId14"/>
    <p:sldLayoutId id="2147483672" r:id="rId15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0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0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0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0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0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0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0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0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0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0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0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0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0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0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0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0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0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0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0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9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9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9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9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9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9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9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9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9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9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9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9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9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9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9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9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9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9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9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9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9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9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9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9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568159"/>
            <a:ext cx="5739882" cy="2387600"/>
          </a:xfrm>
        </p:spPr>
        <p:txBody>
          <a:bodyPr rtlCol="0"/>
          <a:lstStyle/>
          <a:p>
            <a:pPr rtl="0"/>
            <a:r>
              <a:rPr lang="lv-LV" dirty="0"/>
              <a:t>2D datorspēle</a:t>
            </a:r>
            <a:br>
              <a:rPr lang="lv-LV" dirty="0"/>
            </a:br>
            <a:r>
              <a:rPr lang="lv-LV" dirty="0"/>
              <a:t>«Drumstalotājs»</a:t>
            </a:r>
          </a:p>
        </p:txBody>
      </p:sp>
      <p:sp>
        <p:nvSpPr>
          <p:cNvPr id="3" name="Apakšvirsraksts 2">
            <a:extLst>
              <a:ext uri="{FF2B5EF4-FFF2-40B4-BE49-F238E27FC236}">
                <a16:creationId xmlns:a16="http://schemas.microsoft.com/office/drawing/2014/main" id="{1901B20D-4C28-4DA3-ABBD-718C22A5E5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717985"/>
            <a:ext cx="5739882" cy="2303253"/>
          </a:xfrm>
        </p:spPr>
        <p:txBody>
          <a:bodyPr rtlCol="0">
            <a:normAutofit/>
          </a:bodyPr>
          <a:lstStyle/>
          <a:p>
            <a:pPr rtl="0"/>
            <a:r>
              <a:rPr lang="lv-LV" dirty="0"/>
              <a:t>Darba autors: Leons Pīgoznis, 4PT</a:t>
            </a:r>
          </a:p>
          <a:p>
            <a:pPr rtl="0"/>
            <a:r>
              <a:rPr lang="lv-LV" dirty="0"/>
              <a:t>Darba vadītājs: Kristaps </a:t>
            </a:r>
            <a:r>
              <a:rPr lang="lv-LV" dirty="0" err="1"/>
              <a:t>Rāvalds</a:t>
            </a:r>
            <a:endParaRPr lang="lv-LV" dirty="0"/>
          </a:p>
          <a:p>
            <a:pPr rtl="0"/>
            <a:endParaRPr lang="lv-LV" dirty="0"/>
          </a:p>
          <a:p>
            <a:pPr rtl="0"/>
            <a:endParaRPr lang="lv-LV" dirty="0"/>
          </a:p>
          <a:p>
            <a:r>
              <a:rPr lang="lv-LV" dirty="0"/>
              <a:t>2026. gada 17. jūnijs 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4034DE9C-EA9C-1DA3-933F-562C493720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8195" y="3717985"/>
            <a:ext cx="2785873" cy="2785873"/>
          </a:xfrm>
          <a:prstGeom prst="rect">
            <a:avLst/>
          </a:prstGeom>
        </p:spPr>
      </p:pic>
      <p:pic>
        <p:nvPicPr>
          <p:cNvPr id="9" name="Attēls 8">
            <a:extLst>
              <a:ext uri="{FF2B5EF4-FFF2-40B4-BE49-F238E27FC236}">
                <a16:creationId xmlns:a16="http://schemas.microsoft.com/office/drawing/2014/main" id="{FAF11D17-8E59-0F4E-3573-B7437C0E28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8199" y="-1"/>
            <a:ext cx="3573801" cy="3502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75312-2023-6645-4749-0DFEE81EC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BAFDE6E-E812-A7DF-7143-C691508EB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Ievads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579F1E7A-6F3A-4F93-08FA-007580F91017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Liels klāsts projektu, simulāciju un spēļu;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Tās saista militārās prasmes vai tās daļas;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Būtiska daļa šiem projektiem: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Nepieciešama augstas veiktspējas datorsistēmas;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Lielas izmaksas;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Ierobežojoša licencēšana.</a:t>
            </a:r>
          </a:p>
        </p:txBody>
      </p:sp>
    </p:spTree>
    <p:extLst>
      <p:ext uri="{BB962C8B-B14F-4D97-AF65-F5344CB8AC3E}">
        <p14:creationId xmlns:p14="http://schemas.microsoft.com/office/powerpoint/2010/main" val="42376831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50554FD-FA69-CCB3-A56B-C51FA0D6A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442423" cy="2621139"/>
          </a:xfrm>
        </p:spPr>
        <p:txBody>
          <a:bodyPr>
            <a:normAutofit/>
          </a:bodyPr>
          <a:lstStyle/>
          <a:p>
            <a:r>
              <a:rPr lang="lv-LV" sz="3200" dirty="0"/>
              <a:t>«</a:t>
            </a:r>
            <a:r>
              <a:rPr lang="lv-LV" sz="3200" dirty="0" err="1"/>
              <a:t>Design</a:t>
            </a:r>
            <a:r>
              <a:rPr lang="lv-LV" sz="3200" dirty="0"/>
              <a:t> </a:t>
            </a:r>
            <a:r>
              <a:rPr lang="lv-LV" sz="3200" dirty="0" err="1"/>
              <a:t>Bureau</a:t>
            </a:r>
            <a:r>
              <a:rPr lang="lv-LV" sz="3200" dirty="0"/>
              <a:t> </a:t>
            </a:r>
            <a:r>
              <a:rPr lang="lv-LV" sz="3200" dirty="0" err="1"/>
              <a:t>Logika</a:t>
            </a:r>
            <a:r>
              <a:rPr lang="lv-LV" sz="3200" dirty="0"/>
              <a:t>»</a:t>
            </a:r>
            <a:br>
              <a:rPr lang="lv-LV" sz="3200" dirty="0"/>
            </a:br>
            <a:r>
              <a:rPr lang="lv-LV" sz="3200" dirty="0"/>
              <a:t>Mīnmetēja </a:t>
            </a:r>
            <a:r>
              <a:rPr lang="lv-LV" sz="3200" dirty="0" err="1"/>
              <a:t>simulators</a:t>
            </a:r>
            <a:endParaRPr lang="lv-LV" sz="3200" dirty="0"/>
          </a:p>
        </p:txBody>
      </p:sp>
      <p:sp>
        <p:nvSpPr>
          <p:cNvPr id="3" name="Teksta vietturis 15">
            <a:extLst>
              <a:ext uri="{FF2B5EF4-FFF2-40B4-BE49-F238E27FC236}">
                <a16:creationId xmlns:a16="http://schemas.microsoft.com/office/drawing/2014/main" id="{EFE1CCEA-913B-EF3F-3B39-89836E9BF7BE}"/>
              </a:ext>
            </a:extLst>
          </p:cNvPr>
          <p:cNvSpPr txBox="1">
            <a:spLocks/>
          </p:cNvSpPr>
          <p:nvPr/>
        </p:nvSpPr>
        <p:spPr>
          <a:xfrm>
            <a:off x="276226" y="3871737"/>
            <a:ext cx="4278521" cy="1778565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Daudz iestatāmo mainīgo;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Iekļauta apmācības iekārta;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Licencēšana tikai valsts iestādēm.</a:t>
            </a:r>
          </a:p>
        </p:txBody>
      </p:sp>
      <p:pic>
        <p:nvPicPr>
          <p:cNvPr id="12" name="Attēls 11">
            <a:extLst>
              <a:ext uri="{FF2B5EF4-FFF2-40B4-BE49-F238E27FC236}">
                <a16:creationId xmlns:a16="http://schemas.microsoft.com/office/drawing/2014/main" id="{57416947-3BD4-ADE9-690D-06E7FB14282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7618"/>
          <a:stretch>
            <a:fillRect/>
          </a:stretch>
        </p:blipFill>
        <p:spPr>
          <a:xfrm>
            <a:off x="5020902" y="3176670"/>
            <a:ext cx="4408553" cy="3168697"/>
          </a:xfrm>
          <a:prstGeom prst="rect">
            <a:avLst/>
          </a:prstGeom>
        </p:spPr>
      </p:pic>
      <p:sp>
        <p:nvSpPr>
          <p:cNvPr id="13" name="Teksta vietturis 15">
            <a:extLst>
              <a:ext uri="{FF2B5EF4-FFF2-40B4-BE49-F238E27FC236}">
                <a16:creationId xmlns:a16="http://schemas.microsoft.com/office/drawing/2014/main" id="{996D18A3-923E-FCC5-1DBE-CFD60D05EB7E}"/>
              </a:ext>
            </a:extLst>
          </p:cNvPr>
          <p:cNvSpPr txBox="1">
            <a:spLocks/>
          </p:cNvSpPr>
          <p:nvPr/>
        </p:nvSpPr>
        <p:spPr>
          <a:xfrm>
            <a:off x="451449" y="5865962"/>
            <a:ext cx="4103298" cy="62691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i="1" dirty="0"/>
              <a:t>https://logika.ua/simulators/trenazher-dlya-pidgotovky-obslugy-minometiv/</a:t>
            </a:r>
          </a:p>
        </p:txBody>
      </p:sp>
      <p:pic>
        <p:nvPicPr>
          <p:cNvPr id="15" name="Attēls 14">
            <a:extLst>
              <a:ext uri="{FF2B5EF4-FFF2-40B4-BE49-F238E27FC236}">
                <a16:creationId xmlns:a16="http://schemas.microsoft.com/office/drawing/2014/main" id="{4E474D19-0E04-13B9-0BD8-DDB4DDF338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4773" y="1526876"/>
            <a:ext cx="2688925" cy="3644570"/>
          </a:xfrm>
          <a:prstGeom prst="rect">
            <a:avLst/>
          </a:prstGeom>
        </p:spPr>
      </p:pic>
      <p:pic>
        <p:nvPicPr>
          <p:cNvPr id="17" name="Attēls 16">
            <a:extLst>
              <a:ext uri="{FF2B5EF4-FFF2-40B4-BE49-F238E27FC236}">
                <a16:creationId xmlns:a16="http://schemas.microsoft.com/office/drawing/2014/main" id="{525BBFE6-B510-4855-407F-BDE8D83689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5583" y="241360"/>
            <a:ext cx="4912817" cy="2744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429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9C123-5B6F-01E6-9DBD-81C8FB1DD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F3BA32B4-4E4B-48E8-E7A1-817C93CE3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Mērķis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FB3E4551-48A0-F750-7EDC-83984F2CDABC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Izstrādāt ikvienam pieejamu projektu;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Datorspēle par artilērijas ierīcēm;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Saistīt militārās prasmes vai tās daļu;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Izpaust šo ideju ar līmeņu kopu, kuros ir iznīcināmi mērķi.</a:t>
            </a:r>
          </a:p>
        </p:txBody>
      </p:sp>
    </p:spTree>
    <p:extLst>
      <p:ext uri="{BB962C8B-B14F-4D97-AF65-F5344CB8AC3E}">
        <p14:creationId xmlns:p14="http://schemas.microsoft.com/office/powerpoint/2010/main" val="1183457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DBA3C7-64C9-647A-EF47-943B96650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48052BA-E1F8-94BA-97A8-9CD429EA2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Vispārīgās prasības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2AE61618-EA4A-FF6C-27AD-1ECFFFC211A7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 lnSpcReduction="10000"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3 funkcionālās ainas: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Galvenā izvēlne: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Ierīču anotācijas;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Projekta anotācija;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Iestatījumi;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Pārvirze uz līmeņu atlases ainu.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Līmeņu atlase: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Karte ar līmeņu punktiem;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Līmeņa indikatori (slēgts, pieejams);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Līmeņa informācija;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Pārvirze uz spēles laukuma ainu.</a:t>
            </a:r>
          </a:p>
        </p:txBody>
      </p:sp>
    </p:spTree>
    <p:extLst>
      <p:ext uri="{BB962C8B-B14F-4D97-AF65-F5344CB8AC3E}">
        <p14:creationId xmlns:p14="http://schemas.microsoft.com/office/powerpoint/2010/main" val="796520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A8BFA-0E00-F4BA-34CF-242E2FD98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C2CE4CBE-B0AF-B871-E93E-9207146138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Vispārīgās prasības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9DEB53C3-9106-0B90-DF39-17B6B80ECED6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3 funkcionālās ainas: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Spēles laukums: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Kartes komponente:</a:t>
            </a:r>
          </a:p>
          <a:p>
            <a:pPr marL="2514600" lvl="4" indent="-457200"/>
            <a:r>
              <a:rPr lang="lv-LV" sz="2800" dirty="0">
                <a:solidFill>
                  <a:schemeClr val="bg1"/>
                </a:solidFill>
              </a:rPr>
              <a:t>Zemes, objektu un dekorāciju slānis;</a:t>
            </a:r>
          </a:p>
          <a:p>
            <a:pPr marL="2514600" lvl="4" indent="-457200"/>
            <a:r>
              <a:rPr lang="lv-LV" sz="2800" dirty="0">
                <a:solidFill>
                  <a:schemeClr val="bg1"/>
                </a:solidFill>
              </a:rPr>
              <a:t>Kamera;</a:t>
            </a:r>
          </a:p>
          <a:p>
            <a:pPr marL="2514600" lvl="4" indent="-457200"/>
            <a:r>
              <a:rPr lang="lv-LV" sz="2800" dirty="0">
                <a:solidFill>
                  <a:schemeClr val="bg1"/>
                </a:solidFill>
              </a:rPr>
              <a:t>Kartes datu ielādēšana un glabāšana.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Informācijas vākšana:</a:t>
            </a:r>
          </a:p>
          <a:p>
            <a:pPr marL="2514600" lvl="4" indent="-457200"/>
            <a:r>
              <a:rPr lang="lv-LV" sz="2800" dirty="0">
                <a:solidFill>
                  <a:schemeClr val="bg1"/>
                </a:solidFill>
              </a:rPr>
              <a:t>Atlikušais laiks;</a:t>
            </a:r>
          </a:p>
          <a:p>
            <a:pPr marL="2514600" lvl="4" indent="-457200"/>
            <a:r>
              <a:rPr lang="lv-LV" sz="2800" dirty="0">
                <a:solidFill>
                  <a:schemeClr val="bg1"/>
                </a:solidFill>
              </a:rPr>
              <a:t>Iznīcināmie mērķi.</a:t>
            </a:r>
            <a:endParaRPr lang="lv-LV" sz="28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59017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BA1C7-8DE1-11D2-6C36-CB20E0502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9189D117-81C3-CB32-F4DE-F67D3051EB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Vispārīgās prasības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7852FD5A-17B1-E6A9-F5B5-9B9A43422BE7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3 funkcionālās ainas: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Spēles laukums:</a:t>
            </a:r>
          </a:p>
          <a:p>
            <a:pPr marL="2057400" lvl="3" indent="-457200"/>
            <a:r>
              <a:rPr lang="lv-LV" sz="2600" dirty="0">
                <a:solidFill>
                  <a:schemeClr val="bg1"/>
                </a:solidFill>
              </a:rPr>
              <a:t>Kartes objekti:</a:t>
            </a:r>
          </a:p>
          <a:p>
            <a:pPr marL="2514600" lvl="4" indent="-457200"/>
            <a:r>
              <a:rPr lang="lv-LV" sz="2800" dirty="0">
                <a:solidFill>
                  <a:schemeClr val="bg1"/>
                </a:solidFill>
              </a:rPr>
              <a:t>Ierīces un tās lādiņi;</a:t>
            </a:r>
          </a:p>
          <a:p>
            <a:pPr marL="2971800" lvl="5" indent="-457200"/>
            <a:r>
              <a:rPr lang="lv-LV" sz="2800" dirty="0">
                <a:solidFill>
                  <a:schemeClr val="bg1"/>
                </a:solidFill>
              </a:rPr>
              <a:t>Regulējams traverss, augstums un šaušanas reizes;</a:t>
            </a:r>
          </a:p>
          <a:p>
            <a:pPr marL="2971800" lvl="5" indent="-457200"/>
            <a:r>
              <a:rPr lang="lv-LV" sz="2800" dirty="0">
                <a:solidFill>
                  <a:schemeClr val="bg1"/>
                </a:solidFill>
              </a:rPr>
              <a:t>Ierīču izšaušana;</a:t>
            </a:r>
          </a:p>
          <a:p>
            <a:pPr marL="2971800" lvl="5" indent="-457200"/>
            <a:r>
              <a:rPr lang="lv-LV" sz="28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Lādiņa ballistika un detonācija daļēji ataino fizikas likumus.</a:t>
            </a:r>
          </a:p>
          <a:p>
            <a:pPr marL="2514600" lvl="4" indent="-457200"/>
            <a:r>
              <a:rPr lang="lv-LV" sz="2800" dirty="0">
                <a:solidFill>
                  <a:schemeClr val="bg1"/>
                </a:solidFill>
              </a:rPr>
              <a:t>Mūri;</a:t>
            </a:r>
          </a:p>
        </p:txBody>
      </p:sp>
    </p:spTree>
    <p:extLst>
      <p:ext uri="{BB962C8B-B14F-4D97-AF65-F5344CB8AC3E}">
        <p14:creationId xmlns:p14="http://schemas.microsoft.com/office/powerpoint/2010/main" val="24537311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BA983-0DF5-BB42-9353-EF1F33A47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D1691C1-DCD7-0E2D-475F-A4FC7CB9CB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Vispārīgās prasības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FED4EC0E-1824-216C-D519-72490E661C97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Regulējami iestatījumi: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Skaļum</a:t>
            </a:r>
            <a:r>
              <a:rPr lang="lv-LV" sz="2800" dirty="0">
                <a:solidFill>
                  <a:schemeClr val="bg1"/>
                </a:solidFill>
              </a:rPr>
              <a:t>u iestatījumi;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Logu izmēra iestatījumi.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Progresa saglabāšana;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2D vide;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Viegli pārskatāma lietotāja </a:t>
            </a:r>
            <a:r>
              <a:rPr lang="lv-LV" sz="2800" dirty="0" err="1">
                <a:solidFill>
                  <a:schemeClr val="bg1"/>
                </a:solidFill>
              </a:rPr>
              <a:t>saskarne</a:t>
            </a:r>
            <a:r>
              <a:rPr lang="lv-LV" sz="2800" dirty="0">
                <a:solidFill>
                  <a:schemeClr val="bg1"/>
                </a:solidFill>
              </a:rPr>
              <a:t>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Palaižama zemas veiktspējas datorsistēmās.</a:t>
            </a:r>
          </a:p>
        </p:txBody>
      </p:sp>
    </p:spTree>
    <p:extLst>
      <p:ext uri="{BB962C8B-B14F-4D97-AF65-F5344CB8AC3E}">
        <p14:creationId xmlns:p14="http://schemas.microsoft.com/office/powerpoint/2010/main" val="42326013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E094B1-B60A-FE50-5142-79E72D68C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3785D54E-E91A-80FE-932D-B391C7E563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7" y="365125"/>
            <a:ext cx="4157750" cy="2621139"/>
          </a:xfrm>
        </p:spPr>
        <p:txBody>
          <a:bodyPr/>
          <a:lstStyle/>
          <a:p>
            <a:r>
              <a:rPr lang="lv-LV" dirty="0"/>
              <a:t>Lietotāja rakstura iezīmes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AC72CE06-F053-0BD5-3869-A95B66D9BECE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Izklaide: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Vienkāršas spēles noteikumi;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Fantastisks sižets.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Izglītība: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Mehānikas fizika;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Ballistika;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(Vienkāršotas) topogrāfija.</a:t>
            </a:r>
          </a:p>
        </p:txBody>
      </p:sp>
    </p:spTree>
    <p:extLst>
      <p:ext uri="{BB962C8B-B14F-4D97-AF65-F5344CB8AC3E}">
        <p14:creationId xmlns:p14="http://schemas.microsoft.com/office/powerpoint/2010/main" val="41223966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ED9D7-9B35-5E6F-6BAF-C164B3E28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88DD900D-FFE9-FCEB-E6D4-CF95AC7EF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Izstrādes soļi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2A9B32B0-C563-7297-6443-7DF8DE24B263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ieskatoties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Tās kodu testēšana;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14849614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D4D81-3A2A-DE00-D768-23A748996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11A9D0B-2373-1796-3CB1-ACC6FCBD9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Izstrādes rīki un valodas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3DD05C5F-A457-E532-14D1-05D5758E4AEA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C#: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Sistēmas programmēšanas valoda;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Objektorientētā;</a:t>
            </a:r>
          </a:p>
          <a:p>
            <a:pPr marL="1143000" lvl="1" indent="-457200"/>
            <a:r>
              <a:rPr lang="lv-LV" sz="2800" i="1" dirty="0" err="1">
                <a:solidFill>
                  <a:schemeClr val="bg1"/>
                </a:solidFill>
              </a:rPr>
              <a:t>Godot</a:t>
            </a:r>
            <a:r>
              <a:rPr lang="lv-LV" sz="2800" i="1" dirty="0">
                <a:solidFill>
                  <a:schemeClr val="bg1"/>
                </a:solidFill>
              </a:rPr>
              <a:t> </a:t>
            </a:r>
            <a:r>
              <a:rPr lang="lv-LV" sz="2800" dirty="0">
                <a:solidFill>
                  <a:schemeClr val="bg1"/>
                </a:solidFill>
              </a:rPr>
              <a:t>dziņa atbalstītā valoda.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i="1" dirty="0" err="1"/>
              <a:t>Godot</a:t>
            </a:r>
            <a:r>
              <a:rPr lang="lv-LV" sz="2800" dirty="0"/>
              <a:t>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Piemērota neliela apjoma projektiem;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Optimizēta 2D videi;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Ātri apgūstama.</a:t>
            </a:r>
          </a:p>
          <a:p>
            <a:pPr marL="1143000" lvl="1" indent="-457200"/>
            <a:endParaRPr lang="lv-LV" sz="2800" dirty="0">
              <a:solidFill>
                <a:schemeClr val="bg1"/>
              </a:solidFill>
            </a:endParaRP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2AB32834-7DBC-8EDA-31A8-328422B88567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5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284672" y="3650591"/>
            <a:ext cx="3072441" cy="3072441"/>
          </a:xfrm>
          <a:prstGeom prst="rect">
            <a:avLst/>
          </a:prstGeom>
        </p:spPr>
      </p:pic>
      <p:pic>
        <p:nvPicPr>
          <p:cNvPr id="8" name="Attēls 7">
            <a:extLst>
              <a:ext uri="{FF2B5EF4-FFF2-40B4-BE49-F238E27FC236}">
                <a16:creationId xmlns:a16="http://schemas.microsoft.com/office/drawing/2014/main" id="{E86A86FA-2BBD-26AB-A1FC-1E2B5D123B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3099" y="4207714"/>
            <a:ext cx="1897811" cy="1897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61530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1FC24-D8C6-6E98-3C2F-66C9286DA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CCD569E2-BA91-4A56-13AD-36E3FBD270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332" y="365125"/>
            <a:ext cx="4244196" cy="2621139"/>
          </a:xfrm>
        </p:spPr>
        <p:txBody>
          <a:bodyPr/>
          <a:lstStyle/>
          <a:p>
            <a:r>
              <a:rPr lang="lv-LV" dirty="0"/>
              <a:t>Versiju kontrole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8950E04D-0906-03BB-79C2-CF4845C4B0A1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Izmantots </a:t>
            </a:r>
            <a:r>
              <a:rPr lang="lv-LV" sz="2800" i="1" dirty="0" err="1"/>
              <a:t>git</a:t>
            </a:r>
            <a:r>
              <a:rPr lang="lv-LV" sz="2800" dirty="0"/>
              <a:t> versiju kontroles rīks;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 err="1"/>
              <a:t>Repozitorijas</a:t>
            </a:r>
            <a:r>
              <a:rPr lang="lv-LV" sz="2800" dirty="0"/>
              <a:t> mitināšanai izmantos </a:t>
            </a:r>
            <a:r>
              <a:rPr lang="lv-LV" sz="2800" i="1" dirty="0" err="1"/>
              <a:t>GitHub</a:t>
            </a:r>
            <a:r>
              <a:rPr lang="lv-LV" sz="2800" dirty="0"/>
              <a:t>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Lielām izmaiņām, piemēram, </a:t>
            </a:r>
            <a:r>
              <a:rPr lang="lv-LV" sz="2800" dirty="0" err="1"/>
              <a:t>galvenām</a:t>
            </a:r>
            <a:r>
              <a:rPr lang="lv-LV" sz="2800" dirty="0"/>
              <a:t> funkcionalitātēm, tiks veikti sazarojumi un saplūšana;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Ne tikai projekta </a:t>
            </a:r>
            <a:r>
              <a:rPr lang="lv-LV" sz="2800" dirty="0" err="1"/>
              <a:t>avotkods</a:t>
            </a:r>
            <a:r>
              <a:rPr lang="lv-LV" sz="2800" dirty="0"/>
              <a:t>, arī dokumentācija tiks glabāta repozitorijā.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5E787DED-74DD-06F3-6C0C-DCE05EA7B9B9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</a:blip>
          <a:stretch>
            <a:fillRect/>
          </a:stretch>
        </p:blipFill>
        <p:spPr>
          <a:xfrm>
            <a:off x="1286773" y="4123426"/>
            <a:ext cx="2122098" cy="2122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68265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60429-F4CB-B5A5-9D3B-33D129634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91C2858-0435-6EC8-C5FB-05D21543AC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Iespējamās alternatīvas – Valoda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9BC3671D-F405-E095-6ECA-E48BF390BDA8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 err="1"/>
              <a:t>GDScript</a:t>
            </a:r>
            <a:r>
              <a:rPr lang="lv-LV" sz="2800" dirty="0"/>
              <a:t>:</a:t>
            </a:r>
          </a:p>
          <a:p>
            <a:pPr marL="1143000" lvl="1" indent="-457200"/>
            <a:r>
              <a:rPr lang="lv-LV" sz="2800" i="1" dirty="0" err="1">
                <a:solidFill>
                  <a:schemeClr val="bg1"/>
                </a:solidFill>
              </a:rPr>
              <a:t>Godot</a:t>
            </a:r>
            <a:r>
              <a:rPr lang="lv-LV" sz="2800" i="1" dirty="0">
                <a:solidFill>
                  <a:schemeClr val="bg1"/>
                </a:solidFill>
              </a:rPr>
              <a:t> </a:t>
            </a:r>
            <a:r>
              <a:rPr lang="lv-LV" sz="2800" dirty="0">
                <a:solidFill>
                  <a:schemeClr val="bg1"/>
                </a:solidFill>
              </a:rPr>
              <a:t>dziņa valoda;</a:t>
            </a:r>
          </a:p>
          <a:p>
            <a:pPr marL="1143000" lvl="1" indent="-457200"/>
            <a:r>
              <a:rPr lang="lv-LV" sz="2800" dirty="0" err="1">
                <a:solidFill>
                  <a:schemeClr val="bg1"/>
                </a:solidFill>
              </a:rPr>
              <a:t>Intepretētā</a:t>
            </a:r>
            <a:r>
              <a:rPr lang="lv-LV" sz="2800" dirty="0">
                <a:solidFill>
                  <a:schemeClr val="bg1"/>
                </a:solidFill>
              </a:rPr>
              <a:t>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Nav visas OOP funkcionalitātes.</a:t>
            </a:r>
            <a:endParaRPr lang="lv-LV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C++: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Arī </a:t>
            </a:r>
            <a:r>
              <a:rPr lang="lv-LV" sz="2800" i="1" dirty="0" err="1">
                <a:solidFill>
                  <a:schemeClr val="bg1"/>
                </a:solidFill>
              </a:rPr>
              <a:t>Godot</a:t>
            </a:r>
            <a:r>
              <a:rPr lang="lv-LV" sz="2800" i="1" dirty="0">
                <a:solidFill>
                  <a:schemeClr val="bg1"/>
                </a:solidFill>
              </a:rPr>
              <a:t> </a:t>
            </a:r>
            <a:r>
              <a:rPr lang="lv-LV" sz="2800" dirty="0">
                <a:solidFill>
                  <a:schemeClr val="bg1"/>
                </a:solidFill>
              </a:rPr>
              <a:t>atbalstīta valoda;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Objektorientētā;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Kompilētā;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Daudz un sarežģītas funkcionalitātes.</a:t>
            </a:r>
          </a:p>
        </p:txBody>
      </p:sp>
      <p:pic>
        <p:nvPicPr>
          <p:cNvPr id="6" name="Attēls 5">
            <a:extLst>
              <a:ext uri="{FF2B5EF4-FFF2-40B4-BE49-F238E27FC236}">
                <a16:creationId xmlns:a16="http://schemas.microsoft.com/office/drawing/2014/main" id="{EC3CD0F8-B46A-30EF-C6E1-D7C37AD16D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985" y="4226944"/>
            <a:ext cx="1740959" cy="1958196"/>
          </a:xfrm>
          <a:prstGeom prst="rect">
            <a:avLst/>
          </a:prstGeom>
        </p:spPr>
      </p:pic>
      <p:pic>
        <p:nvPicPr>
          <p:cNvPr id="7" name="Attēls 6">
            <a:extLst>
              <a:ext uri="{FF2B5EF4-FFF2-40B4-BE49-F238E27FC236}">
                <a16:creationId xmlns:a16="http://schemas.microsoft.com/office/drawing/2014/main" id="{568A92CD-E267-BF43-CC16-DF50D31F3E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2387" y="4226944"/>
            <a:ext cx="1897811" cy="1897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34506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15C26-7430-9D26-0A88-FF80433B9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AA58E02-7FA8-8DAF-3652-CC3050FA3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Iespējamās alternatīvas – Dzinis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6B387112-8973-EA2C-5F0C-312B9287E9C3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i="1" dirty="0" err="1"/>
              <a:t>Unreal</a:t>
            </a:r>
            <a:r>
              <a:rPr lang="lv-LV" sz="2800" i="1" dirty="0"/>
              <a:t> </a:t>
            </a:r>
            <a:r>
              <a:rPr lang="lv-LV" sz="2800" i="1" dirty="0" err="1"/>
              <a:t>Engine</a:t>
            </a:r>
            <a:r>
              <a:rPr lang="lv-LV" sz="2800" i="1" dirty="0"/>
              <a:t>, </a:t>
            </a:r>
            <a:r>
              <a:rPr lang="lv-LV" sz="2800" i="1" dirty="0" err="1"/>
              <a:t>CryEngine</a:t>
            </a:r>
            <a:r>
              <a:rPr lang="lv-LV" sz="2800" dirty="0"/>
              <a:t>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Pielāgots 3D videi;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Nepieciešama augstas veiktspējas datorsistēma;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Apgūšana sarežģītāka.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i="1" dirty="0" err="1"/>
              <a:t>Unity</a:t>
            </a:r>
            <a:r>
              <a:rPr lang="lv-LV" sz="2800" dirty="0"/>
              <a:t>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Izmantojama salīdzinoši zemākām veiktspējas datorsistēmām;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Pielāgojama 2D videi;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Vieglāk apgūstama;</a:t>
            </a:r>
            <a:endParaRPr lang="lv-LV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Neviens no dziņiem nav brīvprogrammatūras licencēšana.</a:t>
            </a:r>
            <a:endParaRPr lang="lv-LV" sz="2800" dirty="0">
              <a:solidFill>
                <a:schemeClr val="bg1"/>
              </a:solidFill>
            </a:endParaRP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E715726C-F55D-B310-3D0A-3BCB34D60421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75000"/>
          </a:blip>
          <a:srcRect t="16297" r="66875" b="17233"/>
          <a:stretch>
            <a:fillRect/>
          </a:stretch>
        </p:blipFill>
        <p:spPr>
          <a:xfrm>
            <a:off x="276226" y="4056678"/>
            <a:ext cx="1815142" cy="2048847"/>
          </a:xfrm>
          <a:prstGeom prst="rect">
            <a:avLst/>
          </a:prstGeom>
        </p:spPr>
      </p:pic>
      <p:pic>
        <p:nvPicPr>
          <p:cNvPr id="6" name="Attēls 5">
            <a:extLst>
              <a:ext uri="{FF2B5EF4-FFF2-40B4-BE49-F238E27FC236}">
                <a16:creationId xmlns:a16="http://schemas.microsoft.com/office/drawing/2014/main" id="{DC5583AF-9261-4D91-D040-FAB770A1CE0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074" t="14507" r="33270" b="36691"/>
          <a:stretch>
            <a:fillRect/>
          </a:stretch>
        </p:blipFill>
        <p:spPr>
          <a:xfrm>
            <a:off x="2438400" y="3948370"/>
            <a:ext cx="2135422" cy="2064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8058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C58229-A59E-F697-08B2-161E903EF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841F51A-3FFD-6598-59DE-14BE99A6BD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lv-LV" dirty="0"/>
              <a:t>Modeļi – Sistēmas pārvaldnieks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F8501683-182E-8C21-CAB3-80A92CB2E714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Struktūra atrodas visā projekta darbības laikā;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Glabā globālos mainīgos un iestatījumus;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Glabā globālās metodes un globālo funkcionalitāšu </a:t>
            </a:r>
            <a:r>
              <a:rPr lang="lv-LV" sz="2800" dirty="0" err="1"/>
              <a:t>logrīkus</a:t>
            </a:r>
            <a:r>
              <a:rPr lang="lv-LV" sz="2800" dirty="0"/>
              <a:t>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Pārvalda ainas, mūzikas atskaņošanu un datu glabāšanu.</a:t>
            </a:r>
          </a:p>
        </p:txBody>
      </p:sp>
    </p:spTree>
    <p:extLst>
      <p:ext uri="{BB962C8B-B14F-4D97-AF65-F5344CB8AC3E}">
        <p14:creationId xmlns:p14="http://schemas.microsoft.com/office/powerpoint/2010/main" val="10194827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A13631-8FB1-9BA2-AC94-20768C4F8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F2535D00-3845-4361-80A0-C5677F9F1B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2" y="365125"/>
            <a:ext cx="3190337" cy="2621139"/>
          </a:xfrm>
        </p:spPr>
        <p:txBody>
          <a:bodyPr/>
          <a:lstStyle/>
          <a:p>
            <a:r>
              <a:rPr lang="lv-LV" dirty="0"/>
              <a:t>Modeļi – Sistēmas pārvaldnieks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E3726118-7C35-F446-F03E-D7A6CD506605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900" dirty="0"/>
              <a:t>Komponenšu modelis;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900" dirty="0"/>
              <a:t>Datu un iestatījumu </a:t>
            </a:r>
            <a:r>
              <a:rPr lang="lv-LV" sz="1900" dirty="0" err="1"/>
              <a:t>glabāšāna</a:t>
            </a:r>
            <a:r>
              <a:rPr lang="lv-LV" sz="1900" dirty="0"/>
              <a:t>, un uznirstošie logi un izejas dialogi ir saistīti (vizuāli).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900" i="1" dirty="0" err="1"/>
              <a:t>Godot</a:t>
            </a:r>
            <a:r>
              <a:rPr lang="lv-LV" sz="1900" i="1" dirty="0"/>
              <a:t> </a:t>
            </a:r>
            <a:r>
              <a:rPr lang="lv-LV" sz="1900" dirty="0"/>
              <a:t>projekta mezglu sakne tiks bāzēta no tās.</a:t>
            </a:r>
            <a:endParaRPr lang="lv-LV" sz="1900" i="1" dirty="0"/>
          </a:p>
        </p:txBody>
      </p:sp>
      <p:pic>
        <p:nvPicPr>
          <p:cNvPr id="3" name="Picture 1">
            <a:extLst>
              <a:ext uri="{FF2B5EF4-FFF2-40B4-BE49-F238E27FC236}">
                <a16:creationId xmlns:a16="http://schemas.microsoft.com/office/drawing/2014/main" id="{9FCEDB27-9CBD-1CB9-BCD7-8DEC06F0D8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080695" y="1848222"/>
            <a:ext cx="7404795" cy="29172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202924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22346-E456-0311-EB17-5A560EDEE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9A567AE-93A8-1EE8-618C-1A4E32C3F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2" y="365125"/>
            <a:ext cx="3190337" cy="2621139"/>
          </a:xfrm>
        </p:spPr>
        <p:txBody>
          <a:bodyPr/>
          <a:lstStyle/>
          <a:p>
            <a:r>
              <a:rPr lang="lv-LV" dirty="0"/>
              <a:t>Modeļi – Sistēmas pārvaldnieks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5895D74C-B087-42B0-5102-9FE439B6921F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Klašu modelis;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i="1" dirty="0" err="1"/>
              <a:t>Main</a:t>
            </a:r>
            <a:r>
              <a:rPr lang="lv-LV" sz="2800" dirty="0"/>
              <a:t> klase ir sakne;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i="1" dirty="0" err="1"/>
              <a:t>Main</a:t>
            </a:r>
            <a:r>
              <a:rPr lang="lv-LV" sz="2800" dirty="0"/>
              <a:t> klasei ir pārējo klašu saites.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9E090F-371B-4B36-8EB4-A281FA1AE7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9721" y="471487"/>
            <a:ext cx="6225540" cy="5915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9970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4BED6-2B4F-7709-3E41-50492B629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79B38919-F405-7667-6991-CE3458FC2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574" y="365125"/>
            <a:ext cx="4002656" cy="2621139"/>
          </a:xfrm>
        </p:spPr>
        <p:txBody>
          <a:bodyPr>
            <a:normAutofit/>
          </a:bodyPr>
          <a:lstStyle/>
          <a:p>
            <a:r>
              <a:rPr lang="lv-LV" dirty="0"/>
              <a:t>Modeļi – Ainas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E04F7BCD-6ED8-6589-4569-655978CC3F02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Sākuma aina </a:t>
            </a:r>
            <a:r>
              <a:rPr lang="lv-LV" sz="2800" i="1" dirty="0"/>
              <a:t>(Start):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Iestatījumi;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Anotācija;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Pieejamās ierīces.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Līmeņu atlases aina </a:t>
            </a:r>
            <a:r>
              <a:rPr lang="lv-LV" sz="2800" i="1" dirty="0"/>
              <a:t>(</a:t>
            </a:r>
            <a:r>
              <a:rPr lang="lv-LV" sz="2800" i="1" dirty="0" err="1"/>
              <a:t>Level</a:t>
            </a:r>
            <a:r>
              <a:rPr lang="lv-LV" sz="2800" i="1" dirty="0"/>
              <a:t> </a:t>
            </a:r>
            <a:r>
              <a:rPr lang="lv-LV" sz="2800" i="1" dirty="0" err="1"/>
              <a:t>selection</a:t>
            </a:r>
            <a:r>
              <a:rPr lang="lv-LV" sz="2800" i="1" dirty="0"/>
              <a:t>)</a:t>
            </a:r>
            <a:r>
              <a:rPr lang="lv-LV" sz="2800" dirty="0"/>
              <a:t>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Līmeņa informācija.</a:t>
            </a:r>
            <a:endParaRPr lang="lv-LV" sz="36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Spēles laukuma aina </a:t>
            </a:r>
            <a:r>
              <a:rPr lang="lv-LV" sz="2800" i="1" dirty="0"/>
              <a:t>(</a:t>
            </a:r>
            <a:r>
              <a:rPr lang="lv-LV" sz="2800" i="1" dirty="0" err="1"/>
              <a:t>Battle</a:t>
            </a:r>
            <a:r>
              <a:rPr lang="lv-LV" sz="2800" i="1" dirty="0"/>
              <a:t>)</a:t>
            </a:r>
            <a:r>
              <a:rPr lang="lv-LV" sz="2800" dirty="0"/>
              <a:t>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Kartes laukums;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Mērķu iznīcināšana.</a:t>
            </a:r>
            <a:endParaRPr lang="lv-LV" sz="2800" dirty="0"/>
          </a:p>
        </p:txBody>
      </p:sp>
    </p:spTree>
    <p:extLst>
      <p:ext uri="{BB962C8B-B14F-4D97-AF65-F5344CB8AC3E}">
        <p14:creationId xmlns:p14="http://schemas.microsoft.com/office/powerpoint/2010/main" val="34925690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BAB20-BC40-2E87-F045-B478038578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9252864B-E05E-616C-506D-6472387C92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2" y="365125"/>
            <a:ext cx="3362866" cy="2621139"/>
          </a:xfrm>
        </p:spPr>
        <p:txBody>
          <a:bodyPr/>
          <a:lstStyle/>
          <a:p>
            <a:r>
              <a:rPr lang="lv-LV" dirty="0"/>
              <a:t>Modeļi – Ainas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63567146-7DB7-3137-2289-46EA77E7A2E2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Komponenšu modelis;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Līmeņu atlase un spēles laukums satur </a:t>
            </a:r>
            <a:r>
              <a:rPr lang="lv-LV" sz="2400" dirty="0" err="1"/>
              <a:t>virsjoslu</a:t>
            </a:r>
            <a:r>
              <a:rPr lang="lv-LV" sz="2400" dirty="0"/>
              <a:t> un karti;</a:t>
            </a:r>
          </a:p>
        </p:txBody>
      </p:sp>
      <p:pic>
        <p:nvPicPr>
          <p:cNvPr id="5" name="Picture 6">
            <a:extLst>
              <a:ext uri="{FF2B5EF4-FFF2-40B4-BE49-F238E27FC236}">
                <a16:creationId xmlns:a16="http://schemas.microsoft.com/office/drawing/2014/main" id="{6BDDE4EB-6EF3-138A-8F67-AEB17CA401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5455" y="2006726"/>
            <a:ext cx="7759143" cy="2844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84831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A6750-F4C5-8D73-34E7-327587E5C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199C088-13AF-BF58-A8EB-3D6296E239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2" y="365125"/>
            <a:ext cx="3362866" cy="2621139"/>
          </a:xfrm>
        </p:spPr>
        <p:txBody>
          <a:bodyPr/>
          <a:lstStyle/>
          <a:p>
            <a:r>
              <a:rPr lang="lv-LV" dirty="0"/>
              <a:t>Modeļi – Ainas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EFE0893A-FE4E-589D-5114-5F5B889CE9DF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Klašu modelis;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Neņemot vērā </a:t>
            </a:r>
            <a:r>
              <a:rPr lang="lv-LV" sz="2400" dirty="0" err="1"/>
              <a:t>virsjoslas</a:t>
            </a:r>
            <a:r>
              <a:rPr lang="lv-LV" sz="2400" dirty="0"/>
              <a:t> un kartes komponenti;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Spēles laukuma ainai ir vairākas atkarīgas klases.</a:t>
            </a:r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1E6714D5-9C31-4808-923E-BDC0943B7A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1249" y="666007"/>
            <a:ext cx="7458150" cy="5330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8649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F6E354-6794-4BC3-26E3-D8BBF5D00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DD1850D-664F-7787-EA9A-14159B7CD5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2" y="365125"/>
            <a:ext cx="3362866" cy="2621139"/>
          </a:xfrm>
        </p:spPr>
        <p:txBody>
          <a:bodyPr/>
          <a:lstStyle/>
          <a:p>
            <a:r>
              <a:rPr lang="lv-LV" dirty="0"/>
              <a:t>Modeļi – Ainas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2B650326-6329-864E-03E7-99F6F7A72B0B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Ainu gaitas modelis;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Līmenis tiek atvērts, ja pēc nosacījumiem līmenis ir atslēgts.</a:t>
            </a:r>
          </a:p>
        </p:txBody>
      </p:sp>
      <p:pic>
        <p:nvPicPr>
          <p:cNvPr id="4" name="Picture 1">
            <a:extLst>
              <a:ext uri="{FF2B5EF4-FFF2-40B4-BE49-F238E27FC236}">
                <a16:creationId xmlns:a16="http://schemas.microsoft.com/office/drawing/2014/main" id="{D5A62B9F-5A62-29E0-D66A-15A702CF0F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9509" y="2659452"/>
            <a:ext cx="8004954" cy="1539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19632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A3876-4A94-42A0-6677-5E9430C2D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6E0A42D-7CB6-7624-F0CA-58D7DE6241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574" y="365125"/>
            <a:ext cx="4002656" cy="2621139"/>
          </a:xfrm>
        </p:spPr>
        <p:txBody>
          <a:bodyPr>
            <a:normAutofit/>
          </a:bodyPr>
          <a:lstStyle/>
          <a:p>
            <a:r>
              <a:rPr lang="lv-LV" dirty="0"/>
              <a:t>Modeļi – Karte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C513F224-C670-96F5-0E69-F7821E18CABA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 lnSpcReduction="10000"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Visbūtiskākā komponente:</a:t>
            </a:r>
          </a:p>
          <a:p>
            <a:pPr marL="1143000" lvl="1" indent="-457200"/>
            <a:r>
              <a:rPr lang="lv-LV" dirty="0">
                <a:solidFill>
                  <a:schemeClr val="bg1"/>
                </a:solidFill>
              </a:rPr>
              <a:t>Atrodas datorspēles būtiskākā loģika;</a:t>
            </a:r>
          </a:p>
          <a:p>
            <a:pPr marL="1143000" lvl="1" indent="-457200"/>
            <a:r>
              <a:rPr lang="lv-LV" dirty="0">
                <a:solidFill>
                  <a:schemeClr val="bg1"/>
                </a:solidFill>
              </a:rPr>
              <a:t>Iekļauj zemi, objektus un lādiņu laukumu.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Slāņi:</a:t>
            </a:r>
          </a:p>
          <a:p>
            <a:pPr marL="1143000" lvl="1" indent="-457200"/>
            <a:r>
              <a:rPr lang="lv-LV" dirty="0">
                <a:solidFill>
                  <a:schemeClr val="bg1"/>
                </a:solidFill>
              </a:rPr>
              <a:t>Zemes slānis </a:t>
            </a:r>
            <a:r>
              <a:rPr lang="lv-LV" i="1" dirty="0">
                <a:solidFill>
                  <a:schemeClr val="bg1"/>
                </a:solidFill>
              </a:rPr>
              <a:t>(</a:t>
            </a:r>
            <a:r>
              <a:rPr lang="lv-LV" i="1" dirty="0" err="1">
                <a:solidFill>
                  <a:schemeClr val="bg1"/>
                </a:solidFill>
              </a:rPr>
              <a:t>GroundLayer</a:t>
            </a:r>
            <a:r>
              <a:rPr lang="lv-LV" i="1" dirty="0">
                <a:solidFill>
                  <a:schemeClr val="bg1"/>
                </a:solidFill>
              </a:rPr>
              <a:t>);</a:t>
            </a:r>
          </a:p>
          <a:p>
            <a:pPr marL="1143000" lvl="1" indent="-457200"/>
            <a:r>
              <a:rPr lang="lv-LV" dirty="0">
                <a:solidFill>
                  <a:schemeClr val="bg1"/>
                </a:solidFill>
              </a:rPr>
              <a:t>Objektu slānis </a:t>
            </a:r>
            <a:r>
              <a:rPr lang="lv-LV" i="1" dirty="0">
                <a:solidFill>
                  <a:schemeClr val="bg1"/>
                </a:solidFill>
              </a:rPr>
              <a:t>(</a:t>
            </a:r>
            <a:r>
              <a:rPr lang="lv-LV" i="1" dirty="0" err="1">
                <a:solidFill>
                  <a:schemeClr val="bg1"/>
                </a:solidFill>
              </a:rPr>
              <a:t>EntityLayer</a:t>
            </a:r>
            <a:r>
              <a:rPr lang="lv-LV" i="1" dirty="0">
                <a:solidFill>
                  <a:schemeClr val="bg1"/>
                </a:solidFill>
              </a:rPr>
              <a:t>).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Atlasītājs:</a:t>
            </a:r>
          </a:p>
          <a:p>
            <a:pPr marL="1143000" lvl="1" indent="-457200"/>
            <a:r>
              <a:rPr lang="lv-LV" dirty="0">
                <a:solidFill>
                  <a:schemeClr val="bg1"/>
                </a:solidFill>
              </a:rPr>
              <a:t>Vizuālais indikators objektu atlasei</a:t>
            </a:r>
            <a:r>
              <a:rPr lang="lv-LV" i="1" dirty="0">
                <a:solidFill>
                  <a:schemeClr val="bg1"/>
                </a:solidFill>
              </a:rPr>
              <a:t>.</a:t>
            </a:r>
            <a:endParaRPr lang="lv-LV" dirty="0">
              <a:solidFill>
                <a:schemeClr val="bg1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Kamera:</a:t>
            </a:r>
          </a:p>
          <a:p>
            <a:pPr marL="1143000" lvl="1" indent="-457200"/>
            <a:r>
              <a:rPr lang="lv-LV" dirty="0">
                <a:solidFill>
                  <a:schemeClr val="bg1"/>
                </a:solidFill>
              </a:rPr>
              <a:t>Rāda kartes fragmentu;</a:t>
            </a:r>
          </a:p>
          <a:p>
            <a:pPr marL="1143000" lvl="1" indent="-457200"/>
            <a:r>
              <a:rPr lang="lv-LV" dirty="0">
                <a:solidFill>
                  <a:schemeClr val="bg1"/>
                </a:solidFill>
              </a:rPr>
              <a:t>Velkams pa visu karti skata vietas maiņai.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Lādiņu laukums:</a:t>
            </a:r>
          </a:p>
          <a:p>
            <a:pPr marL="1143000" lvl="1" indent="-457200"/>
            <a:r>
              <a:rPr lang="lv-LV" dirty="0">
                <a:solidFill>
                  <a:schemeClr val="bg1"/>
                </a:solidFill>
              </a:rPr>
              <a:t>Satur visus lādiņus, kuri tajā fizikālā telpā tiek izšauti, vilkti pa gaisu un detonēti nolaižoties uz zemes slāni.</a:t>
            </a:r>
          </a:p>
        </p:txBody>
      </p:sp>
    </p:spTree>
    <p:extLst>
      <p:ext uri="{BB962C8B-B14F-4D97-AF65-F5344CB8AC3E}">
        <p14:creationId xmlns:p14="http://schemas.microsoft.com/office/powerpoint/2010/main" val="7496986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7A4B6-5A6D-95E3-4C06-78257996E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18AD1108-FC12-3BCA-CD15-13AD5A5D5F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2" y="365125"/>
            <a:ext cx="3362866" cy="2621139"/>
          </a:xfrm>
        </p:spPr>
        <p:txBody>
          <a:bodyPr/>
          <a:lstStyle/>
          <a:p>
            <a:r>
              <a:rPr lang="lv-LV" dirty="0"/>
              <a:t>Modeļi – Karte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4E770485-E781-A4AD-FC15-1FAD65D146E0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800" dirty="0"/>
              <a:t>Komponenšu modelis;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800" dirty="0"/>
              <a:t>Iekļauti slāņi, kamera, atlasītājs un lādiņu laukums;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800" dirty="0"/>
              <a:t>Atlasītājs un kamera ir atkarīga no zemes slāņa;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800" dirty="0"/>
              <a:t>Lādiņu laukums ir atkarīgs no zemes un objektu slāņa.</a:t>
            </a:r>
          </a:p>
        </p:txBody>
      </p:sp>
      <p:pic>
        <p:nvPicPr>
          <p:cNvPr id="3" name="Picture 7">
            <a:extLst>
              <a:ext uri="{FF2B5EF4-FFF2-40B4-BE49-F238E27FC236}">
                <a16:creationId xmlns:a16="http://schemas.microsoft.com/office/drawing/2014/main" id="{47622F08-2559-2310-05E2-8E00A23A38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7268" y="1661669"/>
            <a:ext cx="8082211" cy="3534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19266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707A3-DA31-B45A-858F-0F5AF757A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5980BBA-D37D-73B8-88D7-7F0C5C712C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2" y="365125"/>
            <a:ext cx="3362866" cy="2621139"/>
          </a:xfrm>
        </p:spPr>
        <p:txBody>
          <a:bodyPr/>
          <a:lstStyle/>
          <a:p>
            <a:r>
              <a:rPr lang="lv-LV" dirty="0"/>
              <a:t>Modeļi – Karte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FC888045-E058-9B3B-474A-04C47062E83A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Klašu modelis;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Visi slāņi ir mantoti no bāzes slāņa klases;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lv-LV" sz="2800" dirty="0"/>
          </a:p>
        </p:txBody>
      </p:sp>
      <p:pic>
        <p:nvPicPr>
          <p:cNvPr id="4" name="Picture 1">
            <a:extLst>
              <a:ext uri="{FF2B5EF4-FFF2-40B4-BE49-F238E27FC236}">
                <a16:creationId xmlns:a16="http://schemas.microsoft.com/office/drawing/2014/main" id="{B885B71C-E5A9-E091-912E-AE9647A975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9988" y="412570"/>
            <a:ext cx="6696933" cy="5740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15958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10DA6-7F3F-5C03-FD7F-C404B876C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C3486462-ADDB-3E1D-DD91-5998E783F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2" y="365125"/>
            <a:ext cx="3362866" cy="2621139"/>
          </a:xfrm>
        </p:spPr>
        <p:txBody>
          <a:bodyPr/>
          <a:lstStyle/>
          <a:p>
            <a:r>
              <a:rPr lang="lv-LV" dirty="0"/>
              <a:t>Modeļi – Kartes objekti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2704D871-E989-1153-E76F-F05F45974E1B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000" dirty="0"/>
              <a:t>Atrodas </a:t>
            </a:r>
            <a:r>
              <a:rPr lang="lv-LV" sz="2000" i="1" dirty="0" err="1"/>
              <a:t>EntityLayer</a:t>
            </a:r>
            <a:r>
              <a:rPr lang="lv-LV" sz="2000" dirty="0"/>
              <a:t> slānī;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000" dirty="0"/>
              <a:t>Norāda objektu kartē;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000" dirty="0"/>
              <a:t>Glabā statiskās un mainīgās īpašības;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000" dirty="0"/>
              <a:t>Mantotājiem papildus īpašības.</a:t>
            </a:r>
          </a:p>
        </p:txBody>
      </p:sp>
      <p:pic>
        <p:nvPicPr>
          <p:cNvPr id="3" name="Picture 1">
            <a:extLst>
              <a:ext uri="{FF2B5EF4-FFF2-40B4-BE49-F238E27FC236}">
                <a16:creationId xmlns:a16="http://schemas.microsoft.com/office/drawing/2014/main" id="{2CA27721-A0FE-89EE-0D2D-C107211432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7713" y="603607"/>
            <a:ext cx="6113537" cy="5403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62909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1D44A7-8D88-14DD-1867-D265AB3F7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1CCDD0B8-FF88-DDED-972B-E635CC5BB2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2" y="365125"/>
            <a:ext cx="3362866" cy="2621139"/>
          </a:xfrm>
        </p:spPr>
        <p:txBody>
          <a:bodyPr/>
          <a:lstStyle/>
          <a:p>
            <a:r>
              <a:rPr lang="lv-LV" dirty="0"/>
              <a:t>Modeļi – Kartes objektu</a:t>
            </a:r>
            <a:br>
              <a:rPr lang="lv-LV" dirty="0"/>
            </a:br>
            <a:r>
              <a:rPr lang="lv-LV" dirty="0"/>
              <a:t>īpašības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4B0BC8BD-C7EC-EF66-74A7-FABAB7EC75F4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Nemainīgās īpašības;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Katrs objekts kartē norāda uz tām;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Ierīces īpašību klasei daudz jaunu īpašību.</a:t>
            </a:r>
          </a:p>
        </p:txBody>
      </p:sp>
      <p:pic>
        <p:nvPicPr>
          <p:cNvPr id="4" name="Picture 5">
            <a:extLst>
              <a:ext uri="{FF2B5EF4-FFF2-40B4-BE49-F238E27FC236}">
                <a16:creationId xmlns:a16="http://schemas.microsoft.com/office/drawing/2014/main" id="{5D9F3140-4CCD-F19F-B8F8-09CCA992B5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9970" y="749324"/>
            <a:ext cx="5978543" cy="5086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22538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9D6CC-3ACB-A7A9-5B69-66A328545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1DE65FA-42E6-C2B1-BCEF-181C34AC3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2" y="365125"/>
            <a:ext cx="3362866" cy="2621139"/>
          </a:xfrm>
        </p:spPr>
        <p:txBody>
          <a:bodyPr/>
          <a:lstStyle/>
          <a:p>
            <a:r>
              <a:rPr lang="lv-LV" dirty="0"/>
              <a:t>Modeļi – Lādiņš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087CEE59-3B70-AE1F-8DAA-F46B791BD368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Klašu modelis;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Glabā ballistikas datus;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Satur metodes ballistikas aprēķiniem un detonācijai.</a:t>
            </a:r>
          </a:p>
        </p:txBody>
      </p:sp>
      <p:pic>
        <p:nvPicPr>
          <p:cNvPr id="3" name="Picture 1">
            <a:extLst>
              <a:ext uri="{FF2B5EF4-FFF2-40B4-BE49-F238E27FC236}">
                <a16:creationId xmlns:a16="http://schemas.microsoft.com/office/drawing/2014/main" id="{8FDE6561-2F6A-26B8-3743-900F0ED8B6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7528" y="783886"/>
            <a:ext cx="4214004" cy="5290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185155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3B126-8BE2-E337-1498-50EB8353B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E253F1F-D108-3D0E-F28F-6D38DA34B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2" y="365125"/>
            <a:ext cx="3362866" cy="2621139"/>
          </a:xfrm>
        </p:spPr>
        <p:txBody>
          <a:bodyPr/>
          <a:lstStyle/>
          <a:p>
            <a:r>
              <a:rPr lang="lv-LV" dirty="0"/>
              <a:t>Modeļi – Kartes resurss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130C2B7F-75E6-6CC6-3361-AA50DDF2A065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000" dirty="0"/>
              <a:t>Klašu modelis;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000" dirty="0"/>
              <a:t>Glabā slāņu, pieejamo ierīču un grūtības palielināšanas datus;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000" dirty="0"/>
              <a:t>Pats resurss tiek glabāts kā </a:t>
            </a:r>
            <a:r>
              <a:rPr lang="lv-LV" sz="2000" i="1" dirty="0"/>
              <a:t>.</a:t>
            </a:r>
            <a:r>
              <a:rPr lang="lv-LV" sz="2000" i="1" dirty="0" err="1"/>
              <a:t>tres</a:t>
            </a:r>
            <a:r>
              <a:rPr lang="lv-LV" sz="2000" i="1" dirty="0"/>
              <a:t> </a:t>
            </a:r>
            <a:r>
              <a:rPr lang="lv-LV" sz="2000" dirty="0"/>
              <a:t>fails </a:t>
            </a:r>
            <a:r>
              <a:rPr lang="lv-LV" sz="2000" i="1" dirty="0" err="1"/>
              <a:t>Godot</a:t>
            </a:r>
            <a:r>
              <a:rPr lang="lv-LV" sz="2000" dirty="0"/>
              <a:t> dzinī.</a:t>
            </a:r>
          </a:p>
        </p:txBody>
      </p:sp>
      <p:pic>
        <p:nvPicPr>
          <p:cNvPr id="4" name="Picture 5">
            <a:extLst>
              <a:ext uri="{FF2B5EF4-FFF2-40B4-BE49-F238E27FC236}">
                <a16:creationId xmlns:a16="http://schemas.microsoft.com/office/drawing/2014/main" id="{CED376D8-74D0-526B-E095-46F43069965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2796" b="84"/>
          <a:stretch>
            <a:fillRect/>
          </a:stretch>
        </p:blipFill>
        <p:spPr bwMode="auto">
          <a:xfrm>
            <a:off x="4549189" y="736089"/>
            <a:ext cx="6469085" cy="5086828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8908521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06A56-4559-C70A-405D-68C09A72A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3E4EF55A-D41A-4E91-76B2-24339626C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660" y="365125"/>
            <a:ext cx="4235570" cy="2621139"/>
          </a:xfrm>
        </p:spPr>
        <p:txBody>
          <a:bodyPr>
            <a:normAutofit/>
          </a:bodyPr>
          <a:lstStyle/>
          <a:p>
            <a:r>
              <a:rPr lang="lv-LV" dirty="0"/>
              <a:t>Modeļi – Spēles laukuma ainas stadijas</a:t>
            </a:r>
          </a:p>
        </p:txBody>
      </p:sp>
      <p:pic>
        <p:nvPicPr>
          <p:cNvPr id="5" name="Picture 3">
            <a:extLst>
              <a:ext uri="{FF2B5EF4-FFF2-40B4-BE49-F238E27FC236}">
                <a16:creationId xmlns:a16="http://schemas.microsoft.com/office/drawing/2014/main" id="{B5F1B4F4-28B6-429C-C988-46ACA17921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3298" y="1289643"/>
            <a:ext cx="6943042" cy="3703751"/>
          </a:xfrm>
          <a:prstGeom prst="rect">
            <a:avLst/>
          </a:prstGeom>
        </p:spPr>
      </p:pic>
      <p:sp>
        <p:nvSpPr>
          <p:cNvPr id="6" name="Teksta vietturis 15">
            <a:extLst>
              <a:ext uri="{FF2B5EF4-FFF2-40B4-BE49-F238E27FC236}">
                <a16:creationId xmlns:a16="http://schemas.microsoft.com/office/drawing/2014/main" id="{1F2217BE-BEF7-D943-F38A-470CE6B296AF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4596442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Dinamiskā struktūra;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Norāda stadiju maiņas secību;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Sākas pēc kartes datu ielādēšanas spēles laukuma ainā;</a:t>
            </a:r>
          </a:p>
        </p:txBody>
      </p:sp>
    </p:spTree>
    <p:extLst>
      <p:ext uri="{BB962C8B-B14F-4D97-AF65-F5344CB8AC3E}">
        <p14:creationId xmlns:p14="http://schemas.microsoft.com/office/powerpoint/2010/main" val="209142915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BBBB8-E39F-FF89-67EA-AC5734AB9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C959312-D64F-8C2E-AC3E-5F43F5EA87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660" y="365125"/>
            <a:ext cx="4235570" cy="2621139"/>
          </a:xfrm>
        </p:spPr>
        <p:txBody>
          <a:bodyPr>
            <a:normAutofit/>
          </a:bodyPr>
          <a:lstStyle/>
          <a:p>
            <a:r>
              <a:rPr lang="lv-LV" dirty="0"/>
              <a:t>Modeļi – Līmeņu atlases klases</a:t>
            </a:r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8DB5774A-F67B-3F08-0CB3-4188803D0B5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259"/>
          <a:stretch>
            <a:fillRect/>
          </a:stretch>
        </p:blipFill>
        <p:spPr bwMode="auto">
          <a:xfrm>
            <a:off x="5363832" y="544255"/>
            <a:ext cx="6201889" cy="204367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78FDA27-FA61-DE76-BC6C-D6DC639A859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736" r="-2660" b="52621"/>
          <a:stretch>
            <a:fillRect/>
          </a:stretch>
        </p:blipFill>
        <p:spPr bwMode="auto">
          <a:xfrm>
            <a:off x="5363832" y="2986264"/>
            <a:ext cx="4180463" cy="1283812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6E544298-E2C9-FD14-78B1-92F0EF70C7F0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4596442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Datu struktūras;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i="1" dirty="0" err="1"/>
              <a:t>LevelSet</a:t>
            </a:r>
            <a:r>
              <a:rPr lang="lv-LV" sz="2400" dirty="0"/>
              <a:t> ir līmeņu kopa;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i="1" dirty="0" err="1"/>
              <a:t>LevelProps</a:t>
            </a:r>
            <a:r>
              <a:rPr lang="lv-LV" sz="2400" dirty="0"/>
              <a:t> ir līmeņa īpašības;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i="1" dirty="0" err="1"/>
              <a:t>LevelScore</a:t>
            </a:r>
            <a:r>
              <a:rPr lang="lv-LV" sz="2400" dirty="0"/>
              <a:t> glabā uzvarētā līmeņa datus, ar kuru var pārbaudīt nosacījumus nākamā līmeņa atslēgšanai.</a:t>
            </a:r>
            <a:endParaRPr lang="lv-LV" sz="2400" i="1" dirty="0"/>
          </a:p>
        </p:txBody>
      </p:sp>
    </p:spTree>
    <p:extLst>
      <p:ext uri="{BB962C8B-B14F-4D97-AF65-F5344CB8AC3E}">
        <p14:creationId xmlns:p14="http://schemas.microsoft.com/office/powerpoint/2010/main" val="427849329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02B09-4FB7-CFF7-57CC-3FF4A0C2C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FE5BCC89-505E-A2C0-55C9-37D9DD7D0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209510" cy="2621139"/>
          </a:xfrm>
        </p:spPr>
        <p:txBody>
          <a:bodyPr/>
          <a:lstStyle/>
          <a:p>
            <a:r>
              <a:rPr lang="lv-LV" dirty="0"/>
              <a:t>Kodu priekšskatījumi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E72A984C-6066-6495-4499-534985E0777D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Ierīces īpašības: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Augstuma, traversa leņķa ierobežojumi;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Piegādes ierobežojumi;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Lādiņa īpašības.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Lādiņa ballistika: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Pretestība un vilces aprēķini; 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Detonācijas rādiusi;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Objektu bojāšana.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Uguņošanas stadija: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Ierīces atkārtotā uguņošana;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Sekošana.</a:t>
            </a:r>
          </a:p>
        </p:txBody>
      </p:sp>
    </p:spTree>
    <p:extLst>
      <p:ext uri="{BB962C8B-B14F-4D97-AF65-F5344CB8AC3E}">
        <p14:creationId xmlns:p14="http://schemas.microsoft.com/office/powerpoint/2010/main" val="42716518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9A752-E90C-4BA8-E9E1-F937E8736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6F3DEBD-4FE8-D3D1-8D78-1475C28F8D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209510" cy="2621139"/>
          </a:xfrm>
        </p:spPr>
        <p:txBody>
          <a:bodyPr/>
          <a:lstStyle/>
          <a:p>
            <a:r>
              <a:rPr lang="lv-LV" dirty="0"/>
              <a:t>Kodu priekšskatījumi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CBC8F78D-0422-2B6E-0EA0-A3388B75703D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Kartes komponente: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Kartes datu ielādēšana;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Individuālo slāņu datu ielādēšana;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Kameras kalibrēšana;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Kameras vilkšana kartes laukumā.</a:t>
            </a:r>
          </a:p>
        </p:txBody>
      </p:sp>
    </p:spTree>
    <p:extLst>
      <p:ext uri="{BB962C8B-B14F-4D97-AF65-F5344CB8AC3E}">
        <p14:creationId xmlns:p14="http://schemas.microsoft.com/office/powerpoint/2010/main" val="10055194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99CA906-7079-EBC7-12E9-C10C9ACB6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497" y="365125"/>
            <a:ext cx="2806639" cy="2621139"/>
          </a:xfrm>
        </p:spPr>
        <p:txBody>
          <a:bodyPr/>
          <a:lstStyle/>
          <a:p>
            <a:r>
              <a:rPr lang="lv-LV" dirty="0"/>
              <a:t>Kods – Ierīces īpašības</a:t>
            </a:r>
          </a:p>
        </p:txBody>
      </p:sp>
      <p:pic>
        <p:nvPicPr>
          <p:cNvPr id="17" name="Attēls 16">
            <a:extLst>
              <a:ext uri="{FF2B5EF4-FFF2-40B4-BE49-F238E27FC236}">
                <a16:creationId xmlns:a16="http://schemas.microsoft.com/office/drawing/2014/main" id="{1AB15182-83D1-7054-5583-524B5DB388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4973" y="159702"/>
            <a:ext cx="5883275" cy="6538595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073668D8-A49D-692D-75F4-BC48F9E07D08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Augstuma, traversa leņķa ierobežojumi;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Piegādes ierobežojumi;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Lādiņa īpašības.</a:t>
            </a:r>
          </a:p>
        </p:txBody>
      </p:sp>
    </p:spTree>
    <p:extLst>
      <p:ext uri="{BB962C8B-B14F-4D97-AF65-F5344CB8AC3E}">
        <p14:creationId xmlns:p14="http://schemas.microsoft.com/office/powerpoint/2010/main" val="254540319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DA939-B429-996D-994F-B82194F3F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85FAFF2-C250-24F6-9196-76AEF3455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497" y="365125"/>
            <a:ext cx="2806639" cy="2621139"/>
          </a:xfrm>
        </p:spPr>
        <p:txBody>
          <a:bodyPr/>
          <a:lstStyle/>
          <a:p>
            <a:r>
              <a:rPr lang="lv-LV" dirty="0"/>
              <a:t>Kods – Lādiņa ballistika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BCE67539-7AE0-E21D-8BAD-61AAA52D032F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3060941" cy="279366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Pretestības un vilces aprēķini;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Izmanto lādiņa un gaisa īpašības.</a:t>
            </a:r>
          </a:p>
        </p:txBody>
      </p:sp>
      <p:pic>
        <p:nvPicPr>
          <p:cNvPr id="3" name="Attēls 2">
            <a:extLst>
              <a:ext uri="{FF2B5EF4-FFF2-40B4-BE49-F238E27FC236}">
                <a16:creationId xmlns:a16="http://schemas.microsoft.com/office/drawing/2014/main" id="{7F9847E3-BB5D-254C-31B8-3F955E0337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1117" y="563533"/>
            <a:ext cx="7522868" cy="538869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301613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488382-4621-FE70-FAD5-453F7DE7F2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C88F4F5A-B896-0E8F-F3B4-03FA6E892C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497" y="365125"/>
            <a:ext cx="2806639" cy="2621139"/>
          </a:xfrm>
        </p:spPr>
        <p:txBody>
          <a:bodyPr/>
          <a:lstStyle/>
          <a:p>
            <a:r>
              <a:rPr lang="lv-LV" dirty="0"/>
              <a:t>Kods – Lādiņa ballistika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97403EB2-3784-D61A-A2D4-07B4B07B7117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3060941" cy="279366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Detonācijas rādiusu aprēķini;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Letālā un fragmentu rādiusi;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Ņemot vērā arī augstumu.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23184825-D796-147C-CBDE-6E1727F0A95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7646"/>
          <a:stretch/>
        </p:blipFill>
        <p:spPr bwMode="auto">
          <a:xfrm>
            <a:off x="3679273" y="901556"/>
            <a:ext cx="8125783" cy="4507206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12606644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95688-D81B-40A9-E847-7E0716C4B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77A4001A-B800-B349-1466-C72A22748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3" y="365125"/>
            <a:ext cx="3129952" cy="2621139"/>
          </a:xfrm>
        </p:spPr>
        <p:txBody>
          <a:bodyPr/>
          <a:lstStyle/>
          <a:p>
            <a:r>
              <a:rPr lang="lv-LV" dirty="0"/>
              <a:t>Kods – Uguņošanas stadija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F504DC50-1340-0581-8EB9-20BB0AE7EBB3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Detonācijas un šķembu rādiusu aprēķini.</a:t>
            </a:r>
          </a:p>
        </p:txBody>
      </p:sp>
      <p:pic>
        <p:nvPicPr>
          <p:cNvPr id="7" name="Attēls 6">
            <a:extLst>
              <a:ext uri="{FF2B5EF4-FFF2-40B4-BE49-F238E27FC236}">
                <a16:creationId xmlns:a16="http://schemas.microsoft.com/office/drawing/2014/main" id="{6C8A8D83-046B-C554-80C6-6E712F0A07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4749" y="699908"/>
            <a:ext cx="7912139" cy="5019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844780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3D785-5D4E-0253-2E6B-D4F52C9AF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73C6074-3443-AE8D-513C-C96A33932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3" y="365125"/>
            <a:ext cx="3129952" cy="2621139"/>
          </a:xfrm>
        </p:spPr>
        <p:txBody>
          <a:bodyPr/>
          <a:lstStyle/>
          <a:p>
            <a:r>
              <a:rPr lang="lv-LV" dirty="0"/>
              <a:t>Kods – Uguņošanas stadija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3466BF6B-98ED-3112-C893-BFF7ED6F8D59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Objektu bojāšana pēc detonācijas un tās šķembu rādiusiem.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F288B0DC-A0A7-B242-1FAA-A580D6ED8B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2835" y="438599"/>
            <a:ext cx="6800850" cy="5514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667484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502911-6EF3-F39B-A45F-1DDC3F5FC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75F8A3CE-43B7-7FDF-67D7-BEE02B1677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3" y="365125"/>
            <a:ext cx="3129952" cy="2621139"/>
          </a:xfrm>
        </p:spPr>
        <p:txBody>
          <a:bodyPr/>
          <a:lstStyle/>
          <a:p>
            <a:r>
              <a:rPr lang="lv-LV" dirty="0"/>
              <a:t>Kods – Uguņošanas stadija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5E460EF1-53CE-6F6E-5073-02DC7DB54275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Ierīces atkārtotā uguņošana;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Pārbaude, vai ierīcei ir piegādāti lādiņi, tad uguņo.</a:t>
            </a:r>
          </a:p>
        </p:txBody>
      </p:sp>
      <p:pic>
        <p:nvPicPr>
          <p:cNvPr id="3" name="Attēls 2">
            <a:extLst>
              <a:ext uri="{FF2B5EF4-FFF2-40B4-BE49-F238E27FC236}">
                <a16:creationId xmlns:a16="http://schemas.microsoft.com/office/drawing/2014/main" id="{CEDEEBF0-0661-CBF6-6634-9FCD8BD9EB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4937" y="198280"/>
            <a:ext cx="6850066" cy="616801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8079719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6C5742-B431-DF26-DDCB-B102DFA24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0EB34D54-D8EF-86CD-E12C-35ADB78182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3" y="365125"/>
            <a:ext cx="3129952" cy="2621139"/>
          </a:xfrm>
        </p:spPr>
        <p:txBody>
          <a:bodyPr/>
          <a:lstStyle/>
          <a:p>
            <a:r>
              <a:rPr lang="lv-LV" dirty="0"/>
              <a:t>Kods – Uguņošanas stadija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8D43C506-5E24-A4A7-4F23-B18F29050CBA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000" dirty="0"/>
              <a:t>Pēc uguņošanas skaitīšana;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000" dirty="0"/>
              <a:t>Pārbaudes, vai noteikts skaits tika izšauts no ierīces;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000" dirty="0"/>
              <a:t>Pēc visu spēlētāja vai pretinieka izšaušanas uz nākamo stadiju.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23A4C88A-B144-036E-6D67-7627FC12D1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9116" y="426109"/>
            <a:ext cx="8402145" cy="575040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5463510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31F5B-BA7D-BE5C-7E7A-B3475B973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A21BFD5-C42B-C933-054F-B7CD0FE920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5" y="365125"/>
            <a:ext cx="3200400" cy="2621139"/>
          </a:xfrm>
        </p:spPr>
        <p:txBody>
          <a:bodyPr/>
          <a:lstStyle/>
          <a:p>
            <a:r>
              <a:rPr lang="lv-LV" dirty="0"/>
              <a:t>Kods – Kartes komponente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6E8EC51A-7E3C-5B9C-501D-FC8BB2230F5E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Kartes datu ielādēšana;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Katram kartes slānim ielādē savus datus;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Kamera tiek kalibrēta.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lv-LV" sz="2400" dirty="0"/>
          </a:p>
        </p:txBody>
      </p:sp>
      <p:pic>
        <p:nvPicPr>
          <p:cNvPr id="3" name="Attēls 2">
            <a:extLst>
              <a:ext uri="{FF2B5EF4-FFF2-40B4-BE49-F238E27FC236}">
                <a16:creationId xmlns:a16="http://schemas.microsoft.com/office/drawing/2014/main" id="{28C3EF2A-4391-6E7B-788E-1533871D58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64603" y="473530"/>
            <a:ext cx="7476951" cy="559946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8827073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457F4F-8C08-F903-01AC-238D613BF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66205A16-5757-5677-A67B-30DE41994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5" y="365125"/>
            <a:ext cx="3200400" cy="2621139"/>
          </a:xfrm>
        </p:spPr>
        <p:txBody>
          <a:bodyPr/>
          <a:lstStyle/>
          <a:p>
            <a:r>
              <a:rPr lang="lv-LV" dirty="0"/>
              <a:t>Kods – Kartes komponente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8F81274D-182F-4EB2-1F65-7BE5765B7161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Kartes slāņu datu ielādēšana;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Slāņu klases mantotājiem atšķiras ielādēšanas metodes.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lv-LV" sz="2400" dirty="0"/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15950B96-E979-68BE-5AA9-2259198004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8412" y="899406"/>
            <a:ext cx="5010150" cy="1552575"/>
          </a:xfrm>
          <a:prstGeom prst="rect">
            <a:avLst/>
          </a:prstGeom>
        </p:spPr>
      </p:pic>
      <p:pic>
        <p:nvPicPr>
          <p:cNvPr id="7" name="Attēls 6">
            <a:extLst>
              <a:ext uri="{FF2B5EF4-FFF2-40B4-BE49-F238E27FC236}">
                <a16:creationId xmlns:a16="http://schemas.microsoft.com/office/drawing/2014/main" id="{B2CFD94B-64E0-5B4B-F7F4-11558BE974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9229" y="3416060"/>
            <a:ext cx="3590925" cy="1971675"/>
          </a:xfrm>
          <a:prstGeom prst="rect">
            <a:avLst/>
          </a:prstGeom>
        </p:spPr>
      </p:pic>
      <p:sp>
        <p:nvSpPr>
          <p:cNvPr id="8" name="Teksta vietturis 15">
            <a:extLst>
              <a:ext uri="{FF2B5EF4-FFF2-40B4-BE49-F238E27FC236}">
                <a16:creationId xmlns:a16="http://schemas.microsoft.com/office/drawing/2014/main" id="{068C3CA5-3058-DEC2-287C-0295946C8AD1}"/>
              </a:ext>
            </a:extLst>
          </p:cNvPr>
          <p:cNvSpPr txBox="1">
            <a:spLocks/>
          </p:cNvSpPr>
          <p:nvPr/>
        </p:nvSpPr>
        <p:spPr>
          <a:xfrm>
            <a:off x="3647985" y="995759"/>
            <a:ext cx="2983303" cy="114359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i="1" dirty="0" err="1"/>
              <a:t>GroundLayer</a:t>
            </a:r>
            <a:r>
              <a:rPr lang="lv-LV" sz="2400" i="1" dirty="0"/>
              <a:t>,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i="1" dirty="0" err="1"/>
              <a:t>DecorationLayer</a:t>
            </a:r>
            <a:endParaRPr lang="lv-LV" sz="2400" i="1" dirty="0"/>
          </a:p>
        </p:txBody>
      </p:sp>
      <p:sp>
        <p:nvSpPr>
          <p:cNvPr id="10" name="Teksta vietturis 15">
            <a:extLst>
              <a:ext uri="{FF2B5EF4-FFF2-40B4-BE49-F238E27FC236}">
                <a16:creationId xmlns:a16="http://schemas.microsoft.com/office/drawing/2014/main" id="{7B7C6628-2FA9-B6FE-FBE2-34E5E8328E5D}"/>
              </a:ext>
            </a:extLst>
          </p:cNvPr>
          <p:cNvSpPr txBox="1">
            <a:spLocks/>
          </p:cNvSpPr>
          <p:nvPr/>
        </p:nvSpPr>
        <p:spPr>
          <a:xfrm>
            <a:off x="3647984" y="4012866"/>
            <a:ext cx="2983303" cy="114359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i="1" dirty="0" err="1"/>
              <a:t>EntityLayer</a:t>
            </a:r>
            <a:r>
              <a:rPr lang="lv-LV" sz="2400" i="1" dirty="0"/>
              <a:t>,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i="1" dirty="0" err="1"/>
              <a:t>DecorationLayer</a:t>
            </a:r>
            <a:endParaRPr lang="lv-LV" sz="2400" i="1" dirty="0"/>
          </a:p>
        </p:txBody>
      </p:sp>
    </p:spTree>
    <p:extLst>
      <p:ext uri="{BB962C8B-B14F-4D97-AF65-F5344CB8AC3E}">
        <p14:creationId xmlns:p14="http://schemas.microsoft.com/office/powerpoint/2010/main" val="182852463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08C96F-576A-3075-B7E9-86A57EF08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8A764D5B-7A7E-6984-69AD-B147F07D87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5" y="365125"/>
            <a:ext cx="3200400" cy="2621139"/>
          </a:xfrm>
        </p:spPr>
        <p:txBody>
          <a:bodyPr/>
          <a:lstStyle/>
          <a:p>
            <a:r>
              <a:rPr lang="lv-LV" dirty="0"/>
              <a:t>Kods – Kartes komponente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449981F2-3E01-8DB8-1023-D713E0D502BA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800" i="1" dirty="0" err="1"/>
              <a:t>EntityLayer</a:t>
            </a:r>
            <a:r>
              <a:rPr lang="lv-LV" sz="1800" dirty="0"/>
              <a:t> un </a:t>
            </a:r>
            <a:r>
              <a:rPr lang="lv-LV" sz="1800" i="1" dirty="0" err="1"/>
              <a:t>OverlayLayer</a:t>
            </a:r>
            <a:r>
              <a:rPr lang="lv-LV" sz="1800" dirty="0"/>
              <a:t> atšķiras slāņu </a:t>
            </a:r>
            <a:r>
              <a:rPr lang="lv-LV" sz="1800" dirty="0" err="1"/>
              <a:t>ielādes</a:t>
            </a:r>
            <a:r>
              <a:rPr lang="lv-LV" sz="1800" dirty="0"/>
              <a:t> metodes;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800" dirty="0"/>
              <a:t>Individuāli režģu dati tiek ievietoti rindā;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800" dirty="0"/>
              <a:t>Pēc tās instances parādīšanās tiek ievietota instanču sarakstā.</a:t>
            </a:r>
          </a:p>
        </p:txBody>
      </p:sp>
      <p:pic>
        <p:nvPicPr>
          <p:cNvPr id="9" name="Attēls 8">
            <a:extLst>
              <a:ext uri="{FF2B5EF4-FFF2-40B4-BE49-F238E27FC236}">
                <a16:creationId xmlns:a16="http://schemas.microsoft.com/office/drawing/2014/main" id="{84B985EA-EEA2-1691-FCD6-31EC9E5CA1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0429" y="221910"/>
            <a:ext cx="4970253" cy="2764354"/>
          </a:xfrm>
          <a:prstGeom prst="rect">
            <a:avLst/>
          </a:prstGeom>
        </p:spPr>
      </p:pic>
      <p:pic>
        <p:nvPicPr>
          <p:cNvPr id="12" name="Attēls 11">
            <a:extLst>
              <a:ext uri="{FF2B5EF4-FFF2-40B4-BE49-F238E27FC236}">
                <a16:creationId xmlns:a16="http://schemas.microsoft.com/office/drawing/2014/main" id="{39769EE5-5C1C-1698-B4EF-FE9D3C2335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0429" y="3050834"/>
            <a:ext cx="4970253" cy="3186060"/>
          </a:xfrm>
          <a:prstGeom prst="rect">
            <a:avLst/>
          </a:prstGeom>
        </p:spPr>
      </p:pic>
      <p:sp>
        <p:nvSpPr>
          <p:cNvPr id="13" name="Teksta vietturis 15">
            <a:extLst>
              <a:ext uri="{FF2B5EF4-FFF2-40B4-BE49-F238E27FC236}">
                <a16:creationId xmlns:a16="http://schemas.microsoft.com/office/drawing/2014/main" id="{A9E586F0-6B75-E3E5-F859-C5F0FDA3DDD1}"/>
              </a:ext>
            </a:extLst>
          </p:cNvPr>
          <p:cNvSpPr txBox="1">
            <a:spLocks/>
          </p:cNvSpPr>
          <p:nvPr/>
        </p:nvSpPr>
        <p:spPr>
          <a:xfrm>
            <a:off x="3726340" y="1103898"/>
            <a:ext cx="2235232" cy="114359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400" dirty="0"/>
              <a:t>Režģa pievienošana laukumā</a:t>
            </a:r>
          </a:p>
        </p:txBody>
      </p:sp>
      <p:sp>
        <p:nvSpPr>
          <p:cNvPr id="14" name="Teksta vietturis 15">
            <a:extLst>
              <a:ext uri="{FF2B5EF4-FFF2-40B4-BE49-F238E27FC236}">
                <a16:creationId xmlns:a16="http://schemas.microsoft.com/office/drawing/2014/main" id="{25E4A1DA-1D7E-8E6C-891C-2A8C5E1700C1}"/>
              </a:ext>
            </a:extLst>
          </p:cNvPr>
          <p:cNvSpPr txBox="1">
            <a:spLocks/>
          </p:cNvSpPr>
          <p:nvPr/>
        </p:nvSpPr>
        <p:spPr>
          <a:xfrm>
            <a:off x="3860768" y="4038716"/>
            <a:ext cx="2235232" cy="114359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400" dirty="0"/>
              <a:t>Režģa instances parādīšanās darbības</a:t>
            </a:r>
          </a:p>
        </p:txBody>
      </p:sp>
    </p:spTree>
    <p:extLst>
      <p:ext uri="{BB962C8B-B14F-4D97-AF65-F5344CB8AC3E}">
        <p14:creationId xmlns:p14="http://schemas.microsoft.com/office/powerpoint/2010/main" val="238809993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CAE67-9D65-267E-594B-6862B5C7F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0E5A285-6D16-72AE-29C0-61CDD4A839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5" y="365125"/>
            <a:ext cx="3200400" cy="2621139"/>
          </a:xfrm>
        </p:spPr>
        <p:txBody>
          <a:bodyPr/>
          <a:lstStyle/>
          <a:p>
            <a:r>
              <a:rPr lang="lv-LV" dirty="0"/>
              <a:t>Kods – Kartes komponente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C4E27931-925B-2553-0866-CBA705998A55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Iegūts kameras kalibrēšanas slāņa izmērs;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Pēc režģa izmēriem aprēķina kameras ierobežojumus.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78D7B762-EF64-05D7-B099-A9A64F5249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665855" y="1172921"/>
            <a:ext cx="7885347" cy="425309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1050103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6F150-8E70-543F-AA5D-C895DFABA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B1D15C0-B40C-F890-C39B-EF4B338754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5" y="365125"/>
            <a:ext cx="3200400" cy="2621139"/>
          </a:xfrm>
        </p:spPr>
        <p:txBody>
          <a:bodyPr/>
          <a:lstStyle/>
          <a:p>
            <a:r>
              <a:rPr lang="lv-LV" dirty="0"/>
              <a:t>Kods – Kartes komponente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1FA843DA-1B2E-BA05-26AF-8A060FF58028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Iegūst peles ievades datus vilkšanas laikā;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Ar ievades datiem ierobežo kameras novietojumu.</a:t>
            </a:r>
          </a:p>
        </p:txBody>
      </p:sp>
      <p:pic>
        <p:nvPicPr>
          <p:cNvPr id="3" name="Attēls 2">
            <a:extLst>
              <a:ext uri="{FF2B5EF4-FFF2-40B4-BE49-F238E27FC236}">
                <a16:creationId xmlns:a16="http://schemas.microsoft.com/office/drawing/2014/main" id="{31D61CC5-64C8-ED34-FF6D-80F1A15039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591457" y="323713"/>
            <a:ext cx="7235701" cy="621057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171253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293F4F-FD35-BD02-5FB8-DB430628A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CF2255C4-8C76-3DAE-7908-0A65520636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209510" cy="2621139"/>
          </a:xfrm>
        </p:spPr>
        <p:txBody>
          <a:bodyPr/>
          <a:lstStyle/>
          <a:p>
            <a:r>
              <a:rPr lang="lv-LV" dirty="0"/>
              <a:t>Testēšana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739A7219-8030-13CC-FA7A-F15BAA56D507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Izstrādes laikā un pēc projekta kompilēšanas tiek veikta testēšana;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Melnās kastes un baltās kastes testēšanas metodoloģija tiks izmantota;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>
                <a:solidFill>
                  <a:schemeClr val="bg1"/>
                </a:solidFill>
              </a:rPr>
              <a:t>Izstrādes laikā testēšanai izmantota baltās kastes metodoloģija;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Pēc kompilēšanas melnās kastes metodoloģija.</a:t>
            </a:r>
            <a:endParaRPr lang="lv-LV" sz="2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150957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B6C19-A0C5-E532-5A48-49DBC3437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C4E8AE9A-055C-D157-1152-211600EC49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" y="365125"/>
            <a:ext cx="3312543" cy="2621139"/>
          </a:xfrm>
        </p:spPr>
        <p:txBody>
          <a:bodyPr/>
          <a:lstStyle/>
          <a:p>
            <a:r>
              <a:rPr lang="lv-LV" dirty="0"/>
              <a:t>Testēšana - Identifikatori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04F6316E-C323-2F44-3EDA-7FBA4F96448B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Saīsinājumi, kuri tiks izmantoti testēšanas žurnāla ierakstiem.</a:t>
            </a:r>
          </a:p>
        </p:txBody>
      </p:sp>
      <p:graphicFrame>
        <p:nvGraphicFramePr>
          <p:cNvPr id="3" name="Tabula 2">
            <a:extLst>
              <a:ext uri="{FF2B5EF4-FFF2-40B4-BE49-F238E27FC236}">
                <a16:creationId xmlns:a16="http://schemas.microsoft.com/office/drawing/2014/main" id="{0E93DA7F-5EB8-0A39-9FD3-2031AA5D16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3363294"/>
              </p:ext>
            </p:extLst>
          </p:nvPr>
        </p:nvGraphicFramePr>
        <p:xfrm>
          <a:off x="3757284" y="1132064"/>
          <a:ext cx="8128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7080519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3060847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lv-LV" dirty="0"/>
                        <a:t>Žurnāla saīsinājums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lv-LV" dirty="0"/>
                        <a:t>Nozīme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38958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lv-LV" dirty="0"/>
                        <a:t>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lv-LV" dirty="0"/>
                        <a:t>Prasība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5226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lv-LV" dirty="0"/>
                        <a:t>TP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lv-LV" dirty="0"/>
                        <a:t>Testpiemērs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27385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lv-LV" dirty="0"/>
                        <a:t>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lv-LV" dirty="0"/>
                        <a:t>Testa žurnāls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67699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lv-LV" dirty="0"/>
                        <a:t>KZ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lv-LV" dirty="0"/>
                        <a:t>Kļūdas ziņojums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8983417"/>
                  </a:ext>
                </a:extLst>
              </a:tr>
            </a:tbl>
          </a:graphicData>
        </a:graphic>
      </p:graphicFrame>
      <p:graphicFrame>
        <p:nvGraphicFramePr>
          <p:cNvPr id="5" name="Tabula 4">
            <a:extLst>
              <a:ext uri="{FF2B5EF4-FFF2-40B4-BE49-F238E27FC236}">
                <a16:creationId xmlns:a16="http://schemas.microsoft.com/office/drawing/2014/main" id="{94E58E84-69D3-05BA-C142-52C775009F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4921295"/>
              </p:ext>
            </p:extLst>
          </p:nvPr>
        </p:nvGraphicFramePr>
        <p:xfrm>
          <a:off x="3757284" y="3711577"/>
          <a:ext cx="8128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7080519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3060847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lv-LV" dirty="0"/>
                        <a:t>Funkcionalitāšu grupas saīsinājums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lv-LV" dirty="0"/>
                        <a:t>Nozīme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38958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lv-LV" dirty="0"/>
                        <a:t>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lv-LV" dirty="0"/>
                        <a:t>Sākums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5226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lv-LV" dirty="0"/>
                        <a:t>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lv-LV" dirty="0"/>
                        <a:t>Līmeņa atlase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27385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lv-LV" dirty="0"/>
                        <a:t>SL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lv-LV" dirty="0"/>
                        <a:t>Spēles lauks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67699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lv-LV" dirty="0"/>
                        <a:t>VS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lv-LV" dirty="0"/>
                        <a:t>Vispārīgie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89834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2402676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0A51D-3A8C-A93F-C0AE-D63056890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A064133-B7EA-BC66-5A30-C1AFB546BE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" y="365125"/>
            <a:ext cx="3312543" cy="2621139"/>
          </a:xfrm>
        </p:spPr>
        <p:txBody>
          <a:bodyPr/>
          <a:lstStyle/>
          <a:p>
            <a:r>
              <a:rPr lang="lv-LV" dirty="0"/>
              <a:t>Testēšana – Testpiemēru fragments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FE0DD2E3-7809-F038-414F-CA113CAB4745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Saraksta fragments, kuras apraksta testējamas funkcionalitātes.</a:t>
            </a:r>
          </a:p>
        </p:txBody>
      </p:sp>
      <p:pic>
        <p:nvPicPr>
          <p:cNvPr id="6" name="Attēls 5">
            <a:extLst>
              <a:ext uri="{FF2B5EF4-FFF2-40B4-BE49-F238E27FC236}">
                <a16:creationId xmlns:a16="http://schemas.microsoft.com/office/drawing/2014/main" id="{0FB39449-BFFB-9080-A81A-AF745CE43A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740"/>
          <a:stretch>
            <a:fillRect/>
          </a:stretch>
        </p:blipFill>
        <p:spPr>
          <a:xfrm>
            <a:off x="3553813" y="1966823"/>
            <a:ext cx="8247123" cy="2511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48636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2631E6-FF56-0AC8-A1EE-E5CC934D3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0564A3B-DDFA-0918-E9A5-11AE2C4EA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" y="365125"/>
            <a:ext cx="3312543" cy="2621139"/>
          </a:xfrm>
        </p:spPr>
        <p:txBody>
          <a:bodyPr/>
          <a:lstStyle/>
          <a:p>
            <a:r>
              <a:rPr lang="lv-LV" dirty="0"/>
              <a:t>Testēšana – Žurnāla fragments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3AA778CF-B003-ECEB-037D-59671E24C620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Žurnāla fragments, kuras apraksta testa rezultātus.</a:t>
            </a:r>
            <a:endParaRPr lang="lv-LV" dirty="0"/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B77FE404-880E-563F-E239-562AEE86F6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0950" y="1890858"/>
            <a:ext cx="8479767" cy="605698"/>
          </a:xfrm>
          <a:prstGeom prst="rect">
            <a:avLst/>
          </a:prstGeom>
        </p:spPr>
      </p:pic>
      <p:pic>
        <p:nvPicPr>
          <p:cNvPr id="7" name="Attēls 6">
            <a:extLst>
              <a:ext uri="{FF2B5EF4-FFF2-40B4-BE49-F238E27FC236}">
                <a16:creationId xmlns:a16="http://schemas.microsoft.com/office/drawing/2014/main" id="{B3070DC9-A881-3F95-19BA-4BF6774E9F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0950" y="2496557"/>
            <a:ext cx="8479767" cy="2230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580538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749AC-FD13-DEB4-6693-AC8ADD234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5D471C7-2A91-4D1B-6D95-FAE1382D1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209510" cy="2621139"/>
          </a:xfrm>
        </p:spPr>
        <p:txBody>
          <a:bodyPr/>
          <a:lstStyle/>
          <a:p>
            <a:r>
              <a:rPr lang="lv-LV" dirty="0"/>
              <a:t>Secinājumi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AC97BA48-1DE4-F2E7-58AB-C124318F5D40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Sākotnēji šķietami vienkārši izstrādājama;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Izstrādes daļa bija apjomīgākā;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Izstrāde bija sarežģītāka, jo vienlaicīgi tika apgūta cita </a:t>
            </a:r>
            <a:r>
              <a:rPr lang="lv-LV" sz="2800" dirty="0" err="1"/>
              <a:t>prog</a:t>
            </a:r>
            <a:r>
              <a:rPr lang="lv-LV" sz="2800" dirty="0"/>
              <a:t>. valoda un dzinis;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Personīgi bija OOP izstrādes pārbaudījums;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Galvenie mērķi izpildīti, pat pievienojot papildus funkcionalitātes.</a:t>
            </a:r>
          </a:p>
        </p:txBody>
      </p:sp>
    </p:spTree>
    <p:extLst>
      <p:ext uri="{BB962C8B-B14F-4D97-AF65-F5344CB8AC3E}">
        <p14:creationId xmlns:p14="http://schemas.microsoft.com/office/powerpoint/2010/main" val="108420418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6C1EB0-343D-C878-0341-F34F988F6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8A29F9C0-C59E-E93E-EF0A-616EA7F3C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209510" cy="2621139"/>
          </a:xfrm>
        </p:spPr>
        <p:txBody>
          <a:bodyPr/>
          <a:lstStyle/>
          <a:p>
            <a:r>
              <a:rPr lang="lv-LV" dirty="0"/>
              <a:t>Ainas priekšskatījumi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2E0B880C-077B-EC42-504C-0956E476464C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Sākuma aina: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Iestatījumi;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Anotācija;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Pieejamās ierīces.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Līmeņu atlases aina;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Līmeņa informācija.</a:t>
            </a:r>
            <a:endParaRPr lang="lv-LV" sz="36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Spēles laukuma aina: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Kartes laukums;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Mērķu iznīcināšana.</a:t>
            </a:r>
            <a:endParaRPr lang="lv-LV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lv-LV" sz="2800" dirty="0"/>
          </a:p>
        </p:txBody>
      </p:sp>
    </p:spTree>
    <p:extLst>
      <p:ext uri="{BB962C8B-B14F-4D97-AF65-F5344CB8AC3E}">
        <p14:creationId xmlns:p14="http://schemas.microsoft.com/office/powerpoint/2010/main" val="269191041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92202-62AB-9F0A-F1FB-EA7580365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3F40BA5-D57B-E796-669E-CCB6070DB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Sākuma aina</a:t>
            </a:r>
          </a:p>
        </p:txBody>
      </p:sp>
      <p:pic>
        <p:nvPicPr>
          <p:cNvPr id="9" name="Attēls 8">
            <a:extLst>
              <a:ext uri="{FF2B5EF4-FFF2-40B4-BE49-F238E27FC236}">
                <a16:creationId xmlns:a16="http://schemas.microsoft.com/office/drawing/2014/main" id="{FAD0FE07-040C-99FF-6097-7F9AD9638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5670" y="0"/>
            <a:ext cx="6709860" cy="6858000"/>
          </a:xfrm>
          <a:prstGeom prst="rect">
            <a:avLst/>
          </a:prstGeom>
        </p:spPr>
      </p:pic>
      <p:sp>
        <p:nvSpPr>
          <p:cNvPr id="10" name="Teksta vietturis 15">
            <a:extLst>
              <a:ext uri="{FF2B5EF4-FFF2-40B4-BE49-F238E27FC236}">
                <a16:creationId xmlns:a16="http://schemas.microsoft.com/office/drawing/2014/main" id="{4BA6E597-7B99-6560-B9AA-EA444A80A5E8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Tikko atverot datorspēli</a:t>
            </a:r>
          </a:p>
        </p:txBody>
      </p:sp>
    </p:spTree>
    <p:extLst>
      <p:ext uri="{BB962C8B-B14F-4D97-AF65-F5344CB8AC3E}">
        <p14:creationId xmlns:p14="http://schemas.microsoft.com/office/powerpoint/2010/main" val="93829676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145A0B-9A51-12B9-D9B5-E0E086D95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9C18DDBE-C861-A2F8-03BB-2128D0E1F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Sākuma aina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E8F7EBAE-EB24-0FCA-974E-1B305E8581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5670" y="0"/>
            <a:ext cx="6709860" cy="6858000"/>
          </a:xfrm>
          <a:prstGeom prst="rect">
            <a:avLst/>
          </a:prstGeom>
        </p:spPr>
      </p:pic>
      <p:sp>
        <p:nvSpPr>
          <p:cNvPr id="6" name="Teksta vietturis 15">
            <a:extLst>
              <a:ext uri="{FF2B5EF4-FFF2-40B4-BE49-F238E27FC236}">
                <a16:creationId xmlns:a16="http://schemas.microsoft.com/office/drawing/2014/main" id="{3EAC2F0B-9337-0A4B-F489-92FB898D77C3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Ierīču anotācijas</a:t>
            </a:r>
          </a:p>
        </p:txBody>
      </p:sp>
    </p:spTree>
    <p:extLst>
      <p:ext uri="{BB962C8B-B14F-4D97-AF65-F5344CB8AC3E}">
        <p14:creationId xmlns:p14="http://schemas.microsoft.com/office/powerpoint/2010/main" val="411797657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C42F0-D368-6CC8-9A76-7E9B20FA8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7B8655-7050-54D1-AC90-376EF048E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Sākuma aina</a:t>
            </a:r>
          </a:p>
        </p:txBody>
      </p:sp>
      <p:pic>
        <p:nvPicPr>
          <p:cNvPr id="6" name="Attēls 5">
            <a:extLst>
              <a:ext uri="{FF2B5EF4-FFF2-40B4-BE49-F238E27FC236}">
                <a16:creationId xmlns:a16="http://schemas.microsoft.com/office/drawing/2014/main" id="{7E19D00C-2F20-3EF9-7490-2563BA7F7E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5670" y="0"/>
            <a:ext cx="6709860" cy="6858000"/>
          </a:xfrm>
          <a:prstGeom prst="rect">
            <a:avLst/>
          </a:prstGeom>
        </p:spPr>
      </p:pic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081B1E93-BDAB-86AD-8B86-C987E5A07514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Iestatījumu logs</a:t>
            </a:r>
          </a:p>
        </p:txBody>
      </p:sp>
    </p:spTree>
    <p:extLst>
      <p:ext uri="{BB962C8B-B14F-4D97-AF65-F5344CB8AC3E}">
        <p14:creationId xmlns:p14="http://schemas.microsoft.com/office/powerpoint/2010/main" val="398998482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1B820-A59F-503B-C14F-8B2CB23CA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3D76A3B0-B3F8-1208-3353-6BA9BBF39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Sākuma aina</a:t>
            </a:r>
          </a:p>
        </p:txBody>
      </p:sp>
      <p:pic>
        <p:nvPicPr>
          <p:cNvPr id="6" name="Attēls 5">
            <a:extLst>
              <a:ext uri="{FF2B5EF4-FFF2-40B4-BE49-F238E27FC236}">
                <a16:creationId xmlns:a16="http://schemas.microsoft.com/office/drawing/2014/main" id="{592651C6-5F53-16E9-FB32-63FB010031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6852" y="0"/>
            <a:ext cx="6709860" cy="6858000"/>
          </a:xfrm>
          <a:prstGeom prst="rect">
            <a:avLst/>
          </a:prstGeom>
        </p:spPr>
      </p:pic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20982153-8642-6652-6134-965F865F211A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Anotācija</a:t>
            </a:r>
          </a:p>
        </p:txBody>
      </p:sp>
    </p:spTree>
    <p:extLst>
      <p:ext uri="{BB962C8B-B14F-4D97-AF65-F5344CB8AC3E}">
        <p14:creationId xmlns:p14="http://schemas.microsoft.com/office/powerpoint/2010/main" val="200044829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FF4E0-D2FC-1A1C-EC43-0AE75520B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1841233A-D097-A297-C3EC-CA7E13CF1F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Sākuma aina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A44C5005-1E13-95C1-CCEF-59EE2E74B16F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Izejas dialogs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A990602B-7236-E340-C0BB-404F1257FC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8225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77440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CA875-4B4A-FFB8-D59C-253806E90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06C6FDA6-A975-4169-2F7F-4E08370D7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Līmeņu atlase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AF618116-A200-1D20-2F89-AFFEE4EA961D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Atlases aina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FF8535F0-E1FB-E55A-B644-927F6CE817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104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162001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768DD-17FA-5054-3445-799A51A68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9DFDE5D-EFAE-C140-F4B5-199B8AF0B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Līmeņu atlase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249D0FA5-D1BA-96C7-BCF4-3A89103FF5C4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Pieejamā līmeņa informācija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42119739-2AFD-AE3C-A4B9-06382F6425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9598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102990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CB434-9254-34CE-D83B-25DE4116A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75F2413E-72AF-1C28-5BF5-99F6168D8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Līmeņu atlase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2E441715-BA5B-1950-F907-9A73F21212F0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Aizslēgtā līmeņa informācija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E4A00BD9-7809-472B-D3E7-ECE580C80B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8224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725716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0B8F3-FCB8-8904-C52E-93D5F768F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E156738-6C8B-AF77-2182-32F730FEC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7FD74B6B-ABD6-CC73-D2E4-904C98A7C600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Sākuma stadija pēc līmeņa atvēršanas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14520E99-3EB8-90D6-C883-4A184EBE6C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104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428739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37A748-BAF3-FF46-A235-79EDB7A2F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9A9147F3-2052-D70A-12DD-A9F8294B9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E1BD7DE2-FE5D-470D-BD87-317F74EE1356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Pēc vilkšanas skats – atzīmētie mērķi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310047FB-CB3B-9602-1154-865162DDC4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1357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339899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1CDEA-AE6A-561D-D71A-B2BC88AC4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FDE24F80-3D43-0B70-D5A1-95B518EC1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EDBDBDB0-38C6-727C-A1E8-FA2BFDE76CD9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Spēlētāja ierīces ievietošana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65C6AB90-527B-473D-8FBB-57DEC5237D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587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380826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8ED6C6-0F15-28DF-0BE7-52BE7C5B5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D3FD5F20-CC80-06AC-B003-B7ECF0794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B31702F5-3ADA-426A-D25C-DE5FFC351389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Ierīču koriģēšanas stadija – aktivizēta mērīšanas rīks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2400453F-7D22-D593-95B4-BAD2DD55A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489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178614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7E9E1-F020-CB8B-CFC0-E2583FED9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80E1B584-F9D6-7627-DDA7-61BE68F31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BFA7A555-D434-8279-150D-9E14C3BF2A91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Mērījuma rīks – atzīmēts distances mērījums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8ED706B9-344A-E22C-1682-CD6DA1C53E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7236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598981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7C988-EF37-B00F-ADD2-75183D307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B58B037D-E60B-3486-168E-1BE52AD379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6A61ABBD-860E-FDCC-F163-B608CE51EE13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Ierīču koriģēšana – atlasīta spēlētāja ierīce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BBD8FD00-11DE-269C-D468-4A2E18B69D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587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719731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9C24A-1569-7445-1EC2-9BC47CE66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7E7E274C-64A4-5306-F842-3B7B64F1E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9329250C-62DC-D4C8-B9CD-BD7DDB0E0A72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Atlasītās ierīces koriģēšana ar mērījumu rīku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734F1283-E4F6-374D-D045-4AF218739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997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17101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9C3C4-DFB4-C86E-20BD-9616F8D0E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BDB3203D-4132-9C06-9A1F-1D8033079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DCA411D3-6942-7C5C-F08B-A16107ACBC5E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Uguņošanas stadija – spēlētāja ierīces uguņošanas sekojumu logs un trāpītie lādiņi laukumā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1FD8DCBE-8CC6-CEF3-63C1-8CDDCE92FE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6081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02365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2B3A7-7962-457F-960E-4BED53949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3F4AB1A-3EB2-438D-E4B9-BFA8A4EA98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3DB00045-3876-4E2C-BA02-641A4E2C8D98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Uguņošanas stadija – Paslēpta uguņošanas sekojumu logs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EDD6F7B5-CBE9-7ED0-736F-E4A6E2B02D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7455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535891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BC413-87E1-B84A-A043-0D70D40B4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D48EA2F5-DF18-C699-AC97-DA3675531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14D0075D-025C-65CC-73A3-08A336D6CB3E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Koriģēšanas stadija – pēc uguņošanas iznīcinātie mērķi (vēl viens mērķis citā laukuma vietā)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634E425D-BB8C-1BA7-39B6-CA45524760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7455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04514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BAC7B-B956-591C-EE19-249101337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B5B7F87-F067-BF9C-FB15-12DBAC519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EB350DC5-AC20-A840-6F86-F7BC6D1D84B7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Rezultātu stadija – uzvara pēc visu mērķu iznīcināšanu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A2959F44-8596-C0DE-BCCF-C69BB25D6D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0202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25701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FFA2F-1EFB-D88F-617E-9023239DD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BB9FB7C5-CC90-4B37-BCDA-D6D4702AE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55F50E4E-2B40-462F-C417-DC8D50AD6AF0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3. līmenī atrodas aizsegti laukumi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97C32BDA-2CFD-6126-E7CC-FE20DA99F1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587" y="60385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35813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159A6-093D-C083-0631-90595C387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BDF3B7EA-ECB7-21F3-E94F-48C9F21DE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5C3DD07A-6532-DDA3-FA4B-D378896294C9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Izlūku izsaukšanas piedāvājums pēc nejaušības (1/6 iespēja </a:t>
            </a:r>
            <a:r>
              <a:rPr lang="lv-LV" sz="2800" dirty="0" err="1"/>
              <a:t>aizseguma</a:t>
            </a:r>
            <a:r>
              <a:rPr lang="lv-LV" sz="2800" dirty="0"/>
              <a:t> noņemšana netiek veikta)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CF28FEF3-9CD1-289F-388C-AC3591CAE0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1961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307690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F4B6D-649F-C9F2-8FC4-64968B6E3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130E3A23-5713-F627-074D-5995FC4B48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51564D8B-3759-6050-6004-9172C88D4F1A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 err="1"/>
              <a:t>Aizseguma</a:t>
            </a:r>
            <a:r>
              <a:rPr lang="lv-LV" sz="2800" dirty="0"/>
              <a:t> noņemšanas rezultāts – mērķi parādīti, taču uguns pret spēlētāju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6711FBBD-C177-7C75-E27A-0CCFD1D31E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3334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692587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34AB3-8EE9-BB21-7139-3BC696A9D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CBF28C-94C9-F19B-C34A-A11210C2F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23439E47-AE2D-14ED-5130-3BA293697979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Zaudēta spēle – visas spēlētāja ierīces tika iznīcinātas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75812010-23A3-CD4D-D31E-34EE3AA6B0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3493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827591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A2CE91-88E1-B476-57CD-CB11F282F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D462EDF-9AF7-FEA1-D172-7BE5DB701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D8EA441F-5649-1B47-8F20-052424204D9C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Pauzes izvēlne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FC044AA0-27C1-33A7-BF9E-E48FB1185A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7840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449738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9D6F9B-4024-27C7-5177-DDC434C5D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0A182AFA-EBE6-23EA-1A9D-98D8133EF2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CF0F1B49-96E6-BE98-25A6-4D369DFA3A1C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Pauzes izvēlnes iestatījumi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D94AF844-55BB-18E1-BA39-19C3D4BE77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1961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3467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dizains">
  <a:themeElements>
    <a:clrScheme name="Custom 18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2A25D"/>
      </a:accent1>
      <a:accent2>
        <a:srgbClr val="A0DADE"/>
      </a:accent2>
      <a:accent3>
        <a:srgbClr val="CCB5E5"/>
      </a:accent3>
      <a:accent4>
        <a:srgbClr val="29285D"/>
      </a:accent4>
      <a:accent5>
        <a:srgbClr val="EDF1F2"/>
      </a:accent5>
      <a:accent6>
        <a:srgbClr val="70AD47"/>
      </a:accent6>
      <a:hlink>
        <a:srgbClr val="A0DADE"/>
      </a:hlink>
      <a:folHlink>
        <a:srgbClr val="954F72"/>
      </a:folHlink>
    </a:clrScheme>
    <a:fontScheme name="Custom 62">
      <a:majorFont>
        <a:latin typeface="Skeena"/>
        <a:ea typeface=""/>
        <a:cs typeface=""/>
      </a:majorFont>
      <a:minorFont>
        <a:latin typeface="Skee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59396286_TF03460514_Win32" id="{477CC41E-76C1-4457-8534-FF93B790C5F8}" vid="{93DC670D-0A07-4985-9137-B3C54525D606}"/>
    </a:ext>
  </a:extLst>
</a:theme>
</file>

<file path=ppt/theme/theme2.xml><?xml version="1.0" encoding="utf-8"?>
<a:theme xmlns:a="http://schemas.openxmlformats.org/drawingml/2006/main" name="Office dizains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dizains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1" ma:contentTypeDescription="Create a new document." ma:contentTypeScope="" ma:versionID="64dfb1555687e0874b4304b796b5b0c7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e6e4c555b5e194d05b7203de9c4567b3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67ACD96E-49A0-4DA4-A7BB-AC2D8874213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618C13B-9D83-4AF4-B64D-33362D5133F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A4F7154-AFAC-4BE7-8A74-7F4B6FC2743C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Darbinieku orientācijas prezentācija</Template>
  <TotalTime>1875</TotalTime>
  <Words>1631</Words>
  <Application>Microsoft Office PowerPoint</Application>
  <PresentationFormat>Platekrāna</PresentationFormat>
  <Paragraphs>360</Paragraphs>
  <Slides>75</Slides>
  <Notes>8</Notes>
  <HiddenSlides>0</HiddenSlides>
  <MMClips>0</MMClips>
  <ScaleCrop>false</ScaleCrop>
  <HeadingPairs>
    <vt:vector size="6" baseType="variant">
      <vt:variant>
        <vt:lpstr>Lietotie fonti</vt:lpstr>
      </vt:variant>
      <vt:variant>
        <vt:i4>3</vt:i4>
      </vt:variant>
      <vt:variant>
        <vt:lpstr>Dizains</vt:lpstr>
      </vt:variant>
      <vt:variant>
        <vt:i4>1</vt:i4>
      </vt:variant>
      <vt:variant>
        <vt:lpstr>Slaidu virsraksti</vt:lpstr>
      </vt:variant>
      <vt:variant>
        <vt:i4>75</vt:i4>
      </vt:variant>
    </vt:vector>
  </HeadingPairs>
  <TitlesOfParts>
    <vt:vector size="79" baseType="lpstr">
      <vt:lpstr>Arial</vt:lpstr>
      <vt:lpstr>Calibri</vt:lpstr>
      <vt:lpstr>Times New Roman</vt:lpstr>
      <vt:lpstr>Office dizains</vt:lpstr>
      <vt:lpstr>2D datorspēle «Drumstalotājs»</vt:lpstr>
      <vt:lpstr>Ievads</vt:lpstr>
      <vt:lpstr>«Design Bureau Logika» Mīnmetēja simulators</vt:lpstr>
      <vt:lpstr>Mērķis</vt:lpstr>
      <vt:lpstr>Vispārīgās prasības</vt:lpstr>
      <vt:lpstr>Vispārīgās prasības</vt:lpstr>
      <vt:lpstr>Vispārīgās prasības</vt:lpstr>
      <vt:lpstr>Vispārīgās prasības</vt:lpstr>
      <vt:lpstr>Lietotāja rakstura iezīmes</vt:lpstr>
      <vt:lpstr>Izstrādes soļi</vt:lpstr>
      <vt:lpstr>Izstrādes rīki un valodas</vt:lpstr>
      <vt:lpstr>Versiju kontrole</vt:lpstr>
      <vt:lpstr>Iespējamās alternatīvas – Valoda</vt:lpstr>
      <vt:lpstr>Iespējamās alternatīvas – Dzinis</vt:lpstr>
      <vt:lpstr>Modeļi – Sistēmas pārvaldnieks</vt:lpstr>
      <vt:lpstr>Modeļi – Sistēmas pārvaldnieks</vt:lpstr>
      <vt:lpstr>Modeļi – Sistēmas pārvaldnieks</vt:lpstr>
      <vt:lpstr>Modeļi – Ainas</vt:lpstr>
      <vt:lpstr>Modeļi – Ainas</vt:lpstr>
      <vt:lpstr>Modeļi – Ainas</vt:lpstr>
      <vt:lpstr>Modeļi – Ainas</vt:lpstr>
      <vt:lpstr>Modeļi – Karte</vt:lpstr>
      <vt:lpstr>Modeļi – Karte</vt:lpstr>
      <vt:lpstr>Modeļi – Karte</vt:lpstr>
      <vt:lpstr>Modeļi – Kartes objekti</vt:lpstr>
      <vt:lpstr>Modeļi – Kartes objektu īpašības</vt:lpstr>
      <vt:lpstr>Modeļi – Lādiņš</vt:lpstr>
      <vt:lpstr>Modeļi – Kartes resurss</vt:lpstr>
      <vt:lpstr>Modeļi – Spēles laukuma ainas stadijas</vt:lpstr>
      <vt:lpstr>Modeļi – Līmeņu atlases klases</vt:lpstr>
      <vt:lpstr>Kodu priekšskatījumi</vt:lpstr>
      <vt:lpstr>Kodu priekšskatījumi</vt:lpstr>
      <vt:lpstr>Kods – Ierīces īpašības</vt:lpstr>
      <vt:lpstr>Kods – Lādiņa ballistika</vt:lpstr>
      <vt:lpstr>Kods – Lādiņa ballistika</vt:lpstr>
      <vt:lpstr>Kods – Uguņošanas stadija</vt:lpstr>
      <vt:lpstr>Kods – Uguņošanas stadija</vt:lpstr>
      <vt:lpstr>Kods – Uguņošanas stadija</vt:lpstr>
      <vt:lpstr>Kods – Uguņošanas stadija</vt:lpstr>
      <vt:lpstr>Kods – Kartes komponente</vt:lpstr>
      <vt:lpstr>Kods – Kartes komponente</vt:lpstr>
      <vt:lpstr>Kods – Kartes komponente</vt:lpstr>
      <vt:lpstr>Kods – Kartes komponente</vt:lpstr>
      <vt:lpstr>Kods – Kartes komponente</vt:lpstr>
      <vt:lpstr>Testēšana</vt:lpstr>
      <vt:lpstr>Testēšana - Identifikatori</vt:lpstr>
      <vt:lpstr>Testēšana – Testpiemēru fragments</vt:lpstr>
      <vt:lpstr>Testēšana – Žurnāla fragments</vt:lpstr>
      <vt:lpstr>Secinājumi</vt:lpstr>
      <vt:lpstr>Ainas priekšskatījumi</vt:lpstr>
      <vt:lpstr>Ainas – Sākuma aina</vt:lpstr>
      <vt:lpstr>Ainas – Sākuma aina</vt:lpstr>
      <vt:lpstr>Ainas – Sākuma aina</vt:lpstr>
      <vt:lpstr>Ainas – Sākuma aina</vt:lpstr>
      <vt:lpstr>Ainas – Sākuma aina</vt:lpstr>
      <vt:lpstr>Ainas – Līmeņu atlase</vt:lpstr>
      <vt:lpstr>Ainas – Līmeņu atlase</vt:lpstr>
      <vt:lpstr>Ainas – Līmeņu atlase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hval</dc:creator>
  <cp:lastModifiedBy>hval</cp:lastModifiedBy>
  <cp:revision>318</cp:revision>
  <dcterms:created xsi:type="dcterms:W3CDTF">2026-06-09T16:32:45Z</dcterms:created>
  <dcterms:modified xsi:type="dcterms:W3CDTF">2026-06-14T21:08:34Z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