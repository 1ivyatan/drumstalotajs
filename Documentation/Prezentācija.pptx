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4" r:id="rId16"/>
    <p:sldId id="289" r:id="rId17"/>
    <p:sldId id="293" r:id="rId18"/>
    <p:sldId id="296" r:id="rId19"/>
    <p:sldId id="321" r:id="rId20"/>
    <p:sldId id="322" r:id="rId21"/>
    <p:sldId id="297" r:id="rId22"/>
    <p:sldId id="298" r:id="rId23"/>
    <p:sldId id="299" r:id="rId24"/>
    <p:sldId id="300" r:id="rId25"/>
    <p:sldId id="301" r:id="rId26"/>
    <p:sldId id="259" r:id="rId27"/>
    <p:sldId id="310" r:id="rId28"/>
    <p:sldId id="305" r:id="rId29"/>
    <p:sldId id="308" r:id="rId30"/>
    <p:sldId id="309" r:id="rId31"/>
    <p:sldId id="319" r:id="rId32"/>
    <p:sldId id="320" r:id="rId33"/>
    <p:sldId id="306" r:id="rId34"/>
    <p:sldId id="307" r:id="rId35"/>
    <p:sldId id="311" r:id="rId36"/>
    <p:sldId id="314" r:id="rId37"/>
    <p:sldId id="315" r:id="rId38"/>
    <p:sldId id="312" r:id="rId39"/>
    <p:sldId id="313" r:id="rId40"/>
    <p:sldId id="303" r:id="rId41"/>
    <p:sldId id="302" r:id="rId42"/>
    <p:sldId id="304" r:id="rId43"/>
    <p:sldId id="261" r:id="rId44"/>
    <p:sldId id="262" r:id="rId45"/>
    <p:sldId id="263" r:id="rId46"/>
    <p:sldId id="264" r:id="rId47"/>
    <p:sldId id="265" r:id="rId48"/>
    <p:sldId id="266" r:id="rId49"/>
    <p:sldId id="267" r:id="rId50"/>
    <p:sldId id="268" r:id="rId51"/>
    <p:sldId id="269" r:id="rId52"/>
    <p:sldId id="270" r:id="rId53"/>
    <p:sldId id="271" r:id="rId54"/>
    <p:sldId id="272" r:id="rId55"/>
    <p:sldId id="273" r:id="rId56"/>
    <p:sldId id="274" r:id="rId57"/>
    <p:sldId id="275" r:id="rId58"/>
    <p:sldId id="276" r:id="rId59"/>
    <p:sldId id="277" r:id="rId60"/>
    <p:sldId id="278" r:id="rId61"/>
    <p:sldId id="279" r:id="rId62"/>
    <p:sldId id="280" r:id="rId63"/>
    <p:sldId id="281" r:id="rId64"/>
    <p:sldId id="282" r:id="rId65"/>
    <p:sldId id="283" r:id="rId66"/>
    <p:sldId id="284" r:id="rId67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commentAuthors" Target="commentAuthors.xml"/><Relationship Id="rId75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13.06.2026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13.06.2026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930-8D63-A32D-FEA4-0D697A48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6DA483C0-3C64-0998-EAD7-D6B77EF7B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B54CD5-C04F-EF34-DAFB-BACC1D661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0011610-96E2-6E6B-8EFA-AD7E8B490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21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840745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FDC1-56B2-7CD6-6C22-6E01089C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9ACBD00D-7969-1BD4-25CA-84EC46455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64B99A90-7B38-2E3E-3288-674A1F45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B287A409-360C-E73A-1634-8EADC7722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061376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EC3CD0F8-B46A-30EF-C6E1-D7C37AD1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85" y="4226944"/>
            <a:ext cx="1740959" cy="1958196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568A92CD-E267-BF43-CC16-DF50D31F3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2387" y="422694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715726C-F55D-B310-3D0A-3BCB34D6042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 t="16297" r="66875" b="17233"/>
          <a:stretch>
            <a:fillRect/>
          </a:stretch>
        </p:blipFill>
        <p:spPr>
          <a:xfrm>
            <a:off x="276226" y="4056678"/>
            <a:ext cx="1815142" cy="2048847"/>
          </a:xfrm>
          <a:prstGeom prst="rect">
            <a:avLst/>
          </a:prstGeom>
        </p:spPr>
      </p:pic>
      <p:pic>
        <p:nvPicPr>
          <p:cNvPr id="6" name="Attēls 5">
            <a:extLst>
              <a:ext uri="{FF2B5EF4-FFF2-40B4-BE49-F238E27FC236}">
                <a16:creationId xmlns:a16="http://schemas.microsoft.com/office/drawing/2014/main" id="{DC5583AF-9261-4D91-D040-FAB770A1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74" t="14507" r="33270" b="36691"/>
          <a:stretch>
            <a:fillRect/>
          </a:stretch>
        </p:blipFill>
        <p:spPr>
          <a:xfrm>
            <a:off x="2438400" y="3948370"/>
            <a:ext cx="2135422" cy="20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Struktūra atrodas visā projekta darbības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globālos mainīgos un iestatījumus;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globālās metodes un globālo funkcionalitāšu </a:t>
            </a:r>
            <a:r>
              <a:rPr lang="lv-LV" sz="2800" dirty="0" err="1"/>
              <a:t>logrīkus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Pārvalda ainas, mūzikas atskaņošanu un datu glabāšanu.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3631-8FB1-9BA2-AC94-20768C4F8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2535D00-3845-4361-80A0-C5677F9F1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3726118-7C35-F446-F03E-D7A6CD50660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Datu un iestatījumu </a:t>
            </a:r>
            <a:r>
              <a:rPr lang="lv-LV" sz="1900" dirty="0" err="1"/>
              <a:t>glabāšāna</a:t>
            </a:r>
            <a:r>
              <a:rPr lang="lv-LV" sz="1900" dirty="0"/>
              <a:t>, un uznirstošie logi un izejas dialogi ir saistīti (vizuāli).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i="1" dirty="0" err="1"/>
              <a:t>Godot</a:t>
            </a:r>
            <a:r>
              <a:rPr lang="lv-LV" sz="1900" i="1" dirty="0"/>
              <a:t> </a:t>
            </a:r>
            <a:r>
              <a:rPr lang="lv-LV" sz="1900" dirty="0"/>
              <a:t>projekta mezglu sakne tiks bāzēta no tās.</a:t>
            </a:r>
            <a:endParaRPr lang="lv-LV" sz="1900" i="1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9FCEDB27-9CBD-1CB9-BCD7-8DEC06F0D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80695" y="1848222"/>
            <a:ext cx="7404795" cy="29172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0292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AB20-BC40-2E87-F045-B4780385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252864B-E05E-616C-506D-6472387C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3567146-7DB7-3137-2289-46EA77E7A2E2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 ir sakne;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klasei ir pārējo </a:t>
            </a:r>
            <a:r>
              <a:rPr lang="lv-LV" sz="2800"/>
              <a:t>klašu saites.</a:t>
            </a:r>
            <a:endParaRPr lang="lv-LV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BBBF09-BE2F-93E6-DAD8-1B34DBF76C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721" y="471487"/>
            <a:ext cx="622554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83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9C4C-F100-1901-7490-07E64FEC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976F73-AC8D-F394-0807-322E24A9C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Ierīces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AA22E2D-7C64-D0FF-EE86-4396360C759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930890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9135-1AD9-7FC6-20F9-9E899A6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B0BCAAA-9DF4-E664-DECF-284788982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BD67D1B-3B90-5730-77F8-335AE654B9E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656115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Objektu bojāšana.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5688-D81B-40A9-E847-7E0716C4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7A4001A-B800-B349-1466-C72A2274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504DC50-1340-0581-8EB9-20BB0AE7EBB3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Detonācijas un šķembu rādiusu aprēķini.</a:t>
            </a:r>
          </a:p>
        </p:txBody>
      </p:sp>
      <p:pic>
        <p:nvPicPr>
          <p:cNvPr id="7" name="Attēls 6">
            <a:extLst>
              <a:ext uri="{FF2B5EF4-FFF2-40B4-BE49-F238E27FC236}">
                <a16:creationId xmlns:a16="http://schemas.microsoft.com/office/drawing/2014/main" id="{6C8A8D83-046B-C554-80C6-6E712F0A0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49" y="699908"/>
            <a:ext cx="7912139" cy="50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478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1580</TotalTime>
  <Words>1333</Words>
  <Application>Microsoft Office PowerPoint</Application>
  <PresentationFormat>Platekrāna</PresentationFormat>
  <Paragraphs>291</Paragraphs>
  <Slides>63</Slides>
  <Notes>9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63</vt:i4>
      </vt:variant>
    </vt:vector>
  </HeadingPairs>
  <TitlesOfParts>
    <vt:vector size="67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Sistēmas pārvaldnieks</vt:lpstr>
      <vt:lpstr>Modeļi – Sistēmas pārvaldnieks</vt:lpstr>
      <vt:lpstr>Modeļi – Ainas</vt:lpstr>
      <vt:lpstr>Modeļi – Karte</vt:lpstr>
      <vt:lpstr>Modeļi – Kartes objekti</vt:lpstr>
      <vt:lpstr>Modeļi – Ierīces</vt:lpstr>
      <vt:lpstr>Modeļi – Lādiņi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Secinājumi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235</cp:revision>
  <dcterms:created xsi:type="dcterms:W3CDTF">2026-06-09T16:32:45Z</dcterms:created>
  <dcterms:modified xsi:type="dcterms:W3CDTF">2026-06-13T17:25:52Z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