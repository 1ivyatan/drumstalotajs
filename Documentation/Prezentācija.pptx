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12.06.2026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12.06.2026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0" r:id="rId10"/>
    <p:sldLayoutId id="2147483667" r:id="rId11"/>
    <p:sldLayoutId id="2147483673" r:id="rId12"/>
    <p:sldLayoutId id="2147483651" r:id="rId13"/>
    <p:sldLayoutId id="2147483672" r:id="rId1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442220C-BE25-702A-DD4C-442BBE97F672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>
                <a:solidFill>
                  <a:schemeClr val="bg1"/>
                </a:solidFill>
              </a:rPr>
              <a:t>Mērķis: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plaši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saistot militārās prasmes.</a:t>
            </a:r>
          </a:p>
        </p:txBody>
      </p:sp>
      <p:sp>
        <p:nvSpPr>
          <p:cNvPr id="16" name="Teksta vietturis 15">
            <a:extLst>
              <a:ext uri="{FF2B5EF4-FFF2-40B4-BE49-F238E27FC236}">
                <a16:creationId xmlns:a16="http://schemas.microsoft.com/office/drawing/2014/main" id="{67296821-B182-FD8A-8B92-715EA944DE04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>
            <a:normAutofit/>
          </a:bodyPr>
          <a:lstStyle/>
          <a:p>
            <a:endParaRPr lang="lv-LV" sz="2000" dirty="0"/>
          </a:p>
        </p:txBody>
      </p:sp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un testēšana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  <p:sp>
        <p:nvSpPr>
          <p:cNvPr id="16" name="Teksta vietturis 15">
            <a:extLst>
              <a:ext uri="{FF2B5EF4-FFF2-40B4-BE49-F238E27FC236}">
                <a16:creationId xmlns:a16="http://schemas.microsoft.com/office/drawing/2014/main" id="{9D4D7A6B-327A-DF54-25DC-4E9AA55D3062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>
            <a:normAutofit/>
          </a:bodyPr>
          <a:lstStyle/>
          <a:p>
            <a:endParaRPr lang="lv-LV" sz="2000" dirty="0"/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Anotācija;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Pieejamās ierīces.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  <p:sp>
        <p:nvSpPr>
          <p:cNvPr id="16" name="Teksta vietturis 15">
            <a:extLst>
              <a:ext uri="{FF2B5EF4-FFF2-40B4-BE49-F238E27FC236}">
                <a16:creationId xmlns:a16="http://schemas.microsoft.com/office/drawing/2014/main" id="{51B1D8F9-1192-51C6-6589-2E86DD080D1E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/>
        <p:txBody>
          <a:bodyPr>
            <a:normAutofit/>
          </a:bodyPr>
          <a:lstStyle/>
          <a:p>
            <a:r>
              <a:rPr lang="lv-LV" sz="2000"/>
              <a:t>aaaa</a:t>
            </a:r>
            <a:endParaRPr lang="lv-LV" sz="2000" dirty="0"/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774AF-5D1D-E498-2A18-FECD350B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B6E7469-6DC6-B4D6-2081-4B2190F9C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0D3D0DE5-AEE1-422D-7607-653DDF0849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9E65E292-F36E-5613-DC98-20013B98DFE5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2847124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45A0B-9A51-12B9-D9B5-E0E086D9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C18DDBE-C861-A2F8-03BB-2128D0E1F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8F7EBAE-EB24-0FCA-974E-1B305E8581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3EAC2F0B-9337-0A4B-F489-92FB898D77C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anotācijas</a:t>
            </a:r>
          </a:p>
        </p:txBody>
      </p:sp>
    </p:spTree>
    <p:extLst>
      <p:ext uri="{BB962C8B-B14F-4D97-AF65-F5344CB8AC3E}">
        <p14:creationId xmlns:p14="http://schemas.microsoft.com/office/powerpoint/2010/main" val="4117976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C42F0-D368-6CC8-9A76-7E9B20FA8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7B8655-7050-54D1-AC90-376EF048E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7E19D00C-2F20-3EF9-7490-2563BA7F7E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081B1E93-BDAB-86AD-8B86-C987E5A0751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Iestatījumu logs</a:t>
            </a:r>
          </a:p>
        </p:txBody>
      </p:sp>
    </p:spTree>
    <p:extLst>
      <p:ext uri="{BB962C8B-B14F-4D97-AF65-F5344CB8AC3E}">
        <p14:creationId xmlns:p14="http://schemas.microsoft.com/office/powerpoint/2010/main" val="39899848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1B820-A59F-503B-C14F-8B2CB23C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D76A3B0-B3F8-1208-3353-6BA9BBF39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592651C6-5F53-16E9-FB32-63FB010031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6852" y="0"/>
            <a:ext cx="6709860" cy="6858000"/>
          </a:xfrm>
          <a:prstGeom prst="rect">
            <a:avLst/>
          </a:prstGeom>
        </p:spPr>
      </p:pic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0982153-8642-6652-6134-965F865F21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Anotācija</a:t>
            </a:r>
          </a:p>
        </p:txBody>
      </p:sp>
    </p:spTree>
    <p:extLst>
      <p:ext uri="{BB962C8B-B14F-4D97-AF65-F5344CB8AC3E}">
        <p14:creationId xmlns:p14="http://schemas.microsoft.com/office/powerpoint/2010/main" val="2000448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F4E0-D2FC-1A1C-EC43-0AE75520B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841233A-D097-A297-C3EC-CA7E13CF1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Sākuma aina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44C5005-1E13-95C1-CCEF-59EE2E74B16F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Izejas dialogs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990602B-7236-E340-C0BB-404F1257FC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0774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CA875-4B4A-FFB8-D59C-253806E90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6C6FDA6-A975-4169-2F7F-4E08370D7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AF618116-A200-1D20-2F89-AFFEE4EA961D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Atlases aina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F8535F0-E1FB-E55A-B644-927F6CE81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62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768DD-17FA-5054-3445-799A51A68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DFDE5D-EFAE-C140-F4B5-199B8AF0B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49D0FA5-D1BA-96C7-BCF4-3A89103FF5C4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Pieejamā līmeņa informācija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42119739-2AFD-AE3C-A4B9-06382F6425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598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029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0B8F3-FCB8-8904-C52E-93D5F768F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E156738-6C8B-AF77-2182-32F730FEC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7FD74B6B-ABD6-CC73-D2E4-904C98A7C60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Sākuma stadija pēc līmeņa atvēršanas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14520E99-3EB8-90D6-C883-4A184EBE6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10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2873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7A748-BAF3-FF46-A235-79EDB7A2F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9A9147F3-2052-D70A-12DD-A9F8294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1BD7DE2-FE5D-470D-BD87-317F74EE1356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Pēc vilkšanas skats – atzīmētie mērķi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310047FB-CB3B-9602-1154-865162DDC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35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989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1CDEA-AE6A-561D-D71A-B2BC88AC4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DE24F80-3D43-0B70-D5A1-95B518EC1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DBDBDB0-38C6-727C-A1E8-FA2BFDE76CD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Spēlētāja ierīces ievietošana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65C6AB90-527B-473D-8FBB-57DEC5237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8082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D6C6-0F15-28DF-0BE7-52BE7C5B5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3FD5F20-CC80-06AC-B003-B7ECF0794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31702F5-3ADA-426A-D25C-DE5FFC35138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koriģēšanas stadija – aktivizēta mērīšanas rīks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2400453F-7D22-D593-95B4-BAD2DD55A9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489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6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E9E1-F020-CB8B-CFC0-E2583FED9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0E1B584-F9D6-7627-DDA7-61BE68F31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BFA7A555-D434-8279-150D-9E14C3BF2A91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Mērījuma rīks – atzīmēts distances mērījums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8ED706B9-344A-E22C-1682-CD6DA1C53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7236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59898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988-EF37-B00F-ADD2-75183D30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58B037D-E60B-3486-168E-1BE52AD37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6A61ABBD-860E-FDCC-F163-B608CE51EE13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Ierīču koriģēšana – atlasīta spēlētāja ierīce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BBD8FD00-11DE-269C-D468-4A2E18B69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97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2B3A7-7962-457F-960E-4BED53949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AB1A-3EB2-438D-E4B9-BFA8A4EA9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3DB00045-3876-4E2C-BA02-641A4E2C8D9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Paslēpta uguņošanas sekojumu logs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EDD6F7B5-CBE9-7ED0-736F-E4A6E2B02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3589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BC413-87E1-B84A-A043-0D70D40B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D48EA2F5-DF18-C699-AC97-DA367553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14D0075D-025C-65CC-73A3-08A336D6CB3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Koriģēšanas stadija – pēc uguņošanas iznīcinātie mērķi (vēl viens mērķis citā laukuma vietā)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34E425D-BB8C-1BA7-39B6-CA455247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55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0451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BAC7B-B956-591C-EE19-249101337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B5B7F87-F067-BF9C-FB15-12DBAC519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EB350DC5-AC20-A840-6F86-F7BC6D1D84B7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Rezultātu stadija – uzvara pēc visu mērķu iznīcināšanu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A2959F44-8596-C0DE-BCCF-C69BB25D6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202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70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FFA2F-1EFB-D88F-617E-9023239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B9FB7C5-CC90-4B37-BCDA-D6D4702AE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5F50E4E-2B40-462F-C417-DC8D50AD6A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3. līmenī atrodas aizsegti laukumi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97C32BDA-2CFD-6126-E7CC-FE20DA9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587" y="60385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581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159A6-093D-C083-0631-90595C38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F3B7EA-ECB7-21F3-E94F-48C9F21DE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C3DD07A-6532-DDA3-FA4B-D378896294C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Izlūku izsaukšanas piedāvājums pēc nejaušības (1/6 iespēja </a:t>
            </a:r>
            <a:r>
              <a:rPr lang="lv-LV" sz="2800" dirty="0" err="1"/>
              <a:t>aizseguma</a:t>
            </a:r>
            <a:r>
              <a:rPr lang="lv-LV" sz="2800" dirty="0"/>
              <a:t> noņemšana netiek veikta)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CF28FEF3-9CD1-289F-388C-AC3591C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30769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F4B6D-649F-C9F2-8FC4-64968B6E3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130E3A23-5713-F627-074D-5995FC4B48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51564D8B-3759-6050-6004-9172C88D4F1A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 err="1"/>
              <a:t>Aizseguma</a:t>
            </a:r>
            <a:r>
              <a:rPr lang="lv-LV" sz="2800" dirty="0"/>
              <a:t> noņemšanas rezultāts – mērķi parādīti, taču uguns pret spēlētāju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6711FBBD-C177-7C75-E27A-0CCFD1D31E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33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258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34AB3-8EE9-BB21-7139-3BC696A9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CBF28C-94C9-F19B-C34A-A11210C2F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3439E47-AE2D-14ED-5130-3BA293697979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Zaudēta spēle – visas spēlētāja ierīces tika iznīcinātas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5812010-23A3-CD4D-D31E-34EE3AA6B0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493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275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2CE91-88E1-B476-57CD-CB11F282F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D462EDF-9AF7-FEA1-D172-7BE5DB701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8EA441F-5649-1B47-8F20-052424204D9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C044AA0-27C1-33A7-BF9E-E48FB1185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7840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973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D6F9B-4024-27C7-5177-DDC434C5D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0A182AFA-EBE6-23EA-1A9D-98D8133EF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Ainas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CF0F1B49-96E6-BE98-25A6-4D369DFA3A1C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Pauzes izvēlnes iestatījumi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D94AF844-55BB-18E1-BA39-19C3D4BE7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196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46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555</TotalTime>
  <Words>373</Words>
  <Application>Microsoft Office PowerPoint</Application>
  <PresentationFormat>Platekrāna</PresentationFormat>
  <Paragraphs>84</Paragraphs>
  <Slides>29</Slides>
  <Notes>1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29</vt:i4>
      </vt:variant>
    </vt:vector>
  </HeadingPairs>
  <TitlesOfParts>
    <vt:vector size="33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Izstrādes soļi</vt:lpstr>
      <vt:lpstr>Ainas</vt:lpstr>
      <vt:lpstr>Ainas – Sākuma aina</vt:lpstr>
      <vt:lpstr>Ainas – Sākuma aina</vt:lpstr>
      <vt:lpstr>Ainas – Sākuma aina</vt:lpstr>
      <vt:lpstr>Ainas – Sākuma aina</vt:lpstr>
      <vt:lpstr>Ainas – Sākuma aina</vt:lpstr>
      <vt:lpstr>Ainas – Līmeņu atlase</vt:lpstr>
      <vt:lpstr>Ainas – Līmeņu atlase</vt:lpstr>
      <vt:lpstr>Ainas – Līmeņu atlase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  <vt:lpstr>Ainas – Spēles laukums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65</cp:revision>
  <dcterms:created xsi:type="dcterms:W3CDTF">2026-06-09T16:32:45Z</dcterms:created>
  <dcterms:modified xsi:type="dcterms:W3CDTF">2026-06-12T13:30:21Z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