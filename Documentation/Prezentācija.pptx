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987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25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12.06.2026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12.06.2026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0" r:id="rId10"/>
    <p:sldLayoutId id="2147483667" r:id="rId11"/>
    <p:sldLayoutId id="2147483673" r:id="rId12"/>
    <p:sldLayoutId id="2147483651" r:id="rId13"/>
    <p:sldLayoutId id="2147483672" r:id="rId1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442220C-BE25-702A-DD4C-442BBE97F67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>
                <a:solidFill>
                  <a:schemeClr val="bg1"/>
                </a:solidFill>
              </a:rPr>
              <a:t>Mērķis: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plaši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saistot militārās prasmes.</a:t>
            </a:r>
          </a:p>
        </p:txBody>
      </p:sp>
      <p:sp>
        <p:nvSpPr>
          <p:cNvPr id="16" name="Teksta vietturis 15">
            <a:extLst>
              <a:ext uri="{FF2B5EF4-FFF2-40B4-BE49-F238E27FC236}">
                <a16:creationId xmlns:a16="http://schemas.microsoft.com/office/drawing/2014/main" id="{67296821-B182-FD8A-8B92-715EA944DE04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>
            <a:normAutofit/>
          </a:bodyPr>
          <a:lstStyle/>
          <a:p>
            <a:endParaRPr lang="lv-LV" sz="2000" dirty="0"/>
          </a:p>
        </p:txBody>
      </p:sp>
      <p:sp>
        <p:nvSpPr>
          <p:cNvPr id="19" name="Slaida numura vietturis 18">
            <a:extLst>
              <a:ext uri="{FF2B5EF4-FFF2-40B4-BE49-F238E27FC236}">
                <a16:creationId xmlns:a16="http://schemas.microsoft.com/office/drawing/2014/main" id="{48203B82-43EA-B57C-93AF-406D3B68E23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5CEABB6-07DC-46E8-9B57-56EC44A396E5}" type="slidenum">
              <a:rPr lang="lv-LV" noProof="0" smtClean="0"/>
              <a:pPr/>
              <a:t>2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  <p:sp>
        <p:nvSpPr>
          <p:cNvPr id="16" name="Teksta vietturis 15">
            <a:extLst>
              <a:ext uri="{FF2B5EF4-FFF2-40B4-BE49-F238E27FC236}">
                <a16:creationId xmlns:a16="http://schemas.microsoft.com/office/drawing/2014/main" id="{9D4D7A6B-327A-DF54-25DC-4E9AA55D3062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>
            <a:normAutofit/>
          </a:bodyPr>
          <a:lstStyle/>
          <a:p>
            <a:endParaRPr lang="lv-LV" sz="2000" dirty="0"/>
          </a:p>
        </p:txBody>
      </p:sp>
      <p:sp>
        <p:nvSpPr>
          <p:cNvPr id="19" name="Slaida numura vietturis 18">
            <a:extLst>
              <a:ext uri="{FF2B5EF4-FFF2-40B4-BE49-F238E27FC236}">
                <a16:creationId xmlns:a16="http://schemas.microsoft.com/office/drawing/2014/main" id="{3ECFBE4E-41D6-5965-A9E2-EECAE1D5028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5CEABB6-07DC-46E8-9B57-56EC44A396E5}" type="slidenum">
              <a:rPr lang="lv-LV" noProof="0" smtClean="0"/>
              <a:pPr/>
              <a:t>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  <p:sp>
        <p:nvSpPr>
          <p:cNvPr id="16" name="Teksta vietturis 15">
            <a:extLst>
              <a:ext uri="{FF2B5EF4-FFF2-40B4-BE49-F238E27FC236}">
                <a16:creationId xmlns:a16="http://schemas.microsoft.com/office/drawing/2014/main" id="{51B1D8F9-1192-51C6-6589-2E86DD080D1E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>
            <a:normAutofit/>
          </a:bodyPr>
          <a:lstStyle/>
          <a:p>
            <a:endParaRPr lang="lv-LV" sz="2000" dirty="0"/>
          </a:p>
        </p:txBody>
      </p:sp>
      <p:sp>
        <p:nvSpPr>
          <p:cNvPr id="19" name="Slaida numura vietturis 18">
            <a:extLst>
              <a:ext uri="{FF2B5EF4-FFF2-40B4-BE49-F238E27FC236}">
                <a16:creationId xmlns:a16="http://schemas.microsoft.com/office/drawing/2014/main" id="{E5FDA097-BB2F-78D1-3F4E-D3BE1468327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5CEABB6-07DC-46E8-9B57-56EC44A396E5}" type="slidenum">
              <a:rPr lang="lv-LV" noProof="0" smtClean="0"/>
              <a:pPr/>
              <a:t>4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774AF-5D1D-E498-2A18-FECD350B8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B6E7469-6DC6-B4D6-2081-4B2190F9C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19" name="Slaida numura vietturis 18">
            <a:extLst>
              <a:ext uri="{FF2B5EF4-FFF2-40B4-BE49-F238E27FC236}">
                <a16:creationId xmlns:a16="http://schemas.microsoft.com/office/drawing/2014/main" id="{BEC85D28-766D-FC3C-4109-461C3BCA8DB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5CEABB6-07DC-46E8-9B57-56EC44A396E5}" type="slidenum">
              <a:rPr lang="lv-LV" noProof="0" smtClean="0"/>
              <a:pPr/>
              <a:t>5</a:t>
            </a:fld>
            <a:endParaRPr lang="lv-LV" noProof="0"/>
          </a:p>
        </p:txBody>
      </p:sp>
      <p:pic>
        <p:nvPicPr>
          <p:cNvPr id="8" name="Attēls 7">
            <a:extLst>
              <a:ext uri="{FF2B5EF4-FFF2-40B4-BE49-F238E27FC236}">
                <a16:creationId xmlns:a16="http://schemas.microsoft.com/office/drawing/2014/main" id="{0D3D0DE5-AEE1-422D-7607-653DDF084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124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5A0B-9A51-12B9-D9B5-E0E086D9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C18DDBE-C861-A2F8-03BB-2128D0E1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19" name="Slaida numura vietturis 18">
            <a:extLst>
              <a:ext uri="{FF2B5EF4-FFF2-40B4-BE49-F238E27FC236}">
                <a16:creationId xmlns:a16="http://schemas.microsoft.com/office/drawing/2014/main" id="{C6414E21-39A9-E77A-520D-9FB20309CAA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5CEABB6-07DC-46E8-9B57-56EC44A396E5}" type="slidenum">
              <a:rPr lang="lv-LV" noProof="0" smtClean="0"/>
              <a:pPr/>
              <a:t>6</a:t>
            </a:fld>
            <a:endParaRPr lang="lv-LV" noProof="0"/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8F7EBAE-EB24-0FCA-974E-1B305E858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76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42F0-D368-6CC8-9A76-7E9B20FA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7B8655-7050-54D1-AC90-376EF048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19" name="Slaida numura vietturis 18">
            <a:extLst>
              <a:ext uri="{FF2B5EF4-FFF2-40B4-BE49-F238E27FC236}">
                <a16:creationId xmlns:a16="http://schemas.microsoft.com/office/drawing/2014/main" id="{F69006FE-74BB-EBDE-F2BB-E3E559A0965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5CEABB6-07DC-46E8-9B57-56EC44A396E5}" type="slidenum">
              <a:rPr lang="lv-LV" noProof="0" smtClean="0"/>
              <a:pPr/>
              <a:t>7</a:t>
            </a:fld>
            <a:endParaRPr lang="lv-LV" noProof="0"/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7E19D00C-2F20-3EF9-7490-2563BA7F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984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B820-A59F-503B-C14F-8B2CB23C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D76A3B0-B3F8-1208-3353-6BA9BBF39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19" name="Slaida numura vietturis 18">
            <a:extLst>
              <a:ext uri="{FF2B5EF4-FFF2-40B4-BE49-F238E27FC236}">
                <a16:creationId xmlns:a16="http://schemas.microsoft.com/office/drawing/2014/main" id="{DC592A00-CDE2-E9F9-E915-13DBFA3B049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5CEABB6-07DC-46E8-9B57-56EC44A396E5}" type="slidenum">
              <a:rPr lang="lv-LV" noProof="0" smtClean="0"/>
              <a:pPr/>
              <a:t>8</a:t>
            </a:fld>
            <a:endParaRPr lang="lv-LV" noProof="0"/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85F543C-8962-A424-D493-A2F35CD30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4482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489</TotalTime>
  <Words>153</Words>
  <Application>Microsoft Office PowerPoint</Application>
  <PresentationFormat>Platekrāna</PresentationFormat>
  <Paragraphs>44</Paragraphs>
  <Slides>8</Slides>
  <Notes>1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Izstrādes soļi</vt:lpstr>
      <vt:lpstr>Ainas</vt:lpstr>
      <vt:lpstr>Ainas – Sākuma aina</vt:lpstr>
      <vt:lpstr>Ainas – Sākuma aina</vt:lpstr>
      <vt:lpstr>Ainas – Sākuma aina</vt:lpstr>
      <vt:lpstr>Ainas – Sākuma aina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29</cp:revision>
  <dcterms:created xsi:type="dcterms:W3CDTF">2026-06-09T16:32:45Z</dcterms:created>
  <dcterms:modified xsi:type="dcterms:W3CDTF">2026-06-12T12:24:27Z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